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heme/theme2.xml" ContentType="application/vnd.openxmlformats-officedocument.theme+xml"/>
  <Override PartName="/ppt/tags/tag1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0"/>
  </p:notesMasterIdLst>
  <p:sldIdLst>
    <p:sldId id="2146846436" r:id="rId2"/>
    <p:sldId id="2146846439" r:id="rId3"/>
    <p:sldId id="2147481400" r:id="rId4"/>
    <p:sldId id="2146846437" r:id="rId5"/>
    <p:sldId id="4464" r:id="rId6"/>
    <p:sldId id="5494" r:id="rId7"/>
    <p:sldId id="3603" r:id="rId8"/>
    <p:sldId id="2147481399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AA9B63-33EB-46F7-8F38-EB0FB41E306F}" v="43" dt="2025-04-22T12:40:24.3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989" autoAdjust="0"/>
    <p:restoredTop sz="94660"/>
  </p:normalViewPr>
  <p:slideViewPr>
    <p:cSldViewPr snapToGrid="0">
      <p:cViewPr varScale="1">
        <p:scale>
          <a:sx n="80" d="100"/>
          <a:sy n="80" d="100"/>
        </p:scale>
        <p:origin x="14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5DA651-5537-4A98-AF20-DBF29F07BBB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7C473959-77C1-40D8-B7C6-F5B22A28D898}" type="pres">
      <dgm:prSet presAssocID="{CB5DA651-5537-4A98-AF20-DBF29F07BBBC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8B4D0F25-8605-4BDA-8D0C-86D07D92C3DA}" type="presOf" srcId="{CB5DA651-5537-4A98-AF20-DBF29F07BBBC}" destId="{7C473959-77C1-40D8-B7C6-F5B22A28D89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5194B1B-733A-4A78-A00F-D184BF721D0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de-DE"/>
        </a:p>
      </dgm:t>
    </dgm:pt>
    <dgm:pt modelId="{50005A77-1EC4-4D7A-A949-AB10B17E12A4}">
      <dgm:prSet phldrT="[Text]"/>
      <dgm:spPr/>
      <dgm:t>
        <a:bodyPr/>
        <a:lstStyle/>
        <a:p>
          <a:r>
            <a:rPr lang="de-DE" dirty="0" err="1"/>
            <a:t>Blueprint</a:t>
          </a:r>
          <a:r>
            <a:rPr lang="de-DE" dirty="0"/>
            <a:t> wird STACKIT Produkt</a:t>
          </a:r>
        </a:p>
      </dgm:t>
    </dgm:pt>
    <dgm:pt modelId="{A3A39F7B-381B-4392-A463-4CC70A5E6801}" type="parTrans" cxnId="{87360A89-73F4-4860-9BF0-47311AC3F04B}">
      <dgm:prSet/>
      <dgm:spPr/>
      <dgm:t>
        <a:bodyPr/>
        <a:lstStyle/>
        <a:p>
          <a:endParaRPr lang="de-DE"/>
        </a:p>
      </dgm:t>
    </dgm:pt>
    <dgm:pt modelId="{9CF0E419-22A1-47B8-84C7-08463759085C}" type="sibTrans" cxnId="{87360A89-73F4-4860-9BF0-47311AC3F04B}">
      <dgm:prSet/>
      <dgm:spPr/>
      <dgm:t>
        <a:bodyPr/>
        <a:lstStyle/>
        <a:p>
          <a:endParaRPr lang="de-DE"/>
        </a:p>
      </dgm:t>
    </dgm:pt>
    <dgm:pt modelId="{974A26B7-96A6-4410-AD0A-880D7F42E378}">
      <dgm:prSet phldrT="[Text]"/>
      <dgm:spPr/>
      <dgm:t>
        <a:bodyPr/>
        <a:lstStyle/>
        <a:p>
          <a:r>
            <a:rPr lang="de-DE" dirty="0"/>
            <a:t>Stärkere Integration in STACKIT Services</a:t>
          </a:r>
        </a:p>
      </dgm:t>
    </dgm:pt>
    <dgm:pt modelId="{0F8ADED9-3661-498D-920E-2F4D185D9887}" type="sibTrans" cxnId="{2882242C-E44C-41B3-811B-4E8889552E8A}">
      <dgm:prSet/>
      <dgm:spPr/>
      <dgm:t>
        <a:bodyPr/>
        <a:lstStyle/>
        <a:p>
          <a:endParaRPr lang="de-DE"/>
        </a:p>
      </dgm:t>
    </dgm:pt>
    <dgm:pt modelId="{7AAE077D-6934-42D5-B1BC-C03CE2FC409E}" type="parTrans" cxnId="{2882242C-E44C-41B3-811B-4E8889552E8A}">
      <dgm:prSet/>
      <dgm:spPr/>
      <dgm:t>
        <a:bodyPr/>
        <a:lstStyle/>
        <a:p>
          <a:endParaRPr lang="de-DE"/>
        </a:p>
      </dgm:t>
    </dgm:pt>
    <dgm:pt modelId="{71DAE9AD-2E58-491B-AB22-2F99952589D8}">
      <dgm:prSet phldrT="[Text]"/>
      <dgm:spPr/>
      <dgm:t>
        <a:bodyPr/>
        <a:lstStyle/>
        <a:p>
          <a:r>
            <a:rPr lang="de-DE" dirty="0"/>
            <a:t>Erweiterung von sog. „</a:t>
          </a:r>
          <a:r>
            <a:rPr lang="de-DE" dirty="0" err="1"/>
            <a:t>flavors</a:t>
          </a:r>
          <a:r>
            <a:rPr lang="de-DE" dirty="0"/>
            <a:t>“</a:t>
          </a:r>
        </a:p>
      </dgm:t>
    </dgm:pt>
    <dgm:pt modelId="{B09627D0-5C28-42FF-A44D-A6017E4B01A1}" type="parTrans" cxnId="{EFE296A4-0BB3-47DF-89CB-8A2331BB55A9}">
      <dgm:prSet/>
      <dgm:spPr/>
      <dgm:t>
        <a:bodyPr/>
        <a:lstStyle/>
        <a:p>
          <a:endParaRPr lang="de-DE"/>
        </a:p>
      </dgm:t>
    </dgm:pt>
    <dgm:pt modelId="{119157E7-FF4F-422F-9B0C-3AC6C62B9B1F}" type="sibTrans" cxnId="{EFE296A4-0BB3-47DF-89CB-8A2331BB55A9}">
      <dgm:prSet/>
      <dgm:spPr/>
      <dgm:t>
        <a:bodyPr/>
        <a:lstStyle/>
        <a:p>
          <a:endParaRPr lang="de-DE"/>
        </a:p>
      </dgm:t>
    </dgm:pt>
    <dgm:pt modelId="{880362C9-E999-4BB6-8A93-194A87186518}">
      <dgm:prSet phldrT="[Text]"/>
      <dgm:spPr/>
      <dgm:t>
        <a:bodyPr/>
        <a:lstStyle/>
        <a:p>
          <a:r>
            <a:rPr lang="de-DE" dirty="0"/>
            <a:t>Beschreibung Kollaborationsmodelle</a:t>
          </a:r>
        </a:p>
      </dgm:t>
    </dgm:pt>
    <dgm:pt modelId="{F770200A-D423-4D0E-AD46-7D0BA57580BD}" type="parTrans" cxnId="{3C916CE3-3218-423E-BF3B-5ADFB08F3C2B}">
      <dgm:prSet/>
      <dgm:spPr/>
      <dgm:t>
        <a:bodyPr/>
        <a:lstStyle/>
        <a:p>
          <a:endParaRPr lang="de-DE"/>
        </a:p>
      </dgm:t>
    </dgm:pt>
    <dgm:pt modelId="{F09E82BA-A5F4-4A51-8991-2753408066FC}" type="sibTrans" cxnId="{3C916CE3-3218-423E-BF3B-5ADFB08F3C2B}">
      <dgm:prSet/>
      <dgm:spPr/>
      <dgm:t>
        <a:bodyPr/>
        <a:lstStyle/>
        <a:p>
          <a:endParaRPr lang="de-DE"/>
        </a:p>
      </dgm:t>
    </dgm:pt>
    <dgm:pt modelId="{46397E93-AB3A-4146-97CE-4E1CE207E1D3}">
      <dgm:prSet phldrT="[Text]"/>
      <dgm:spPr/>
      <dgm:t>
        <a:bodyPr/>
        <a:lstStyle/>
        <a:p>
          <a:r>
            <a:rPr lang="de-DE" dirty="0"/>
            <a:t>Erweiterung Automatisierungsgrad</a:t>
          </a:r>
        </a:p>
      </dgm:t>
    </dgm:pt>
    <dgm:pt modelId="{5175BF17-0E20-449C-BA91-1A74374D322E}" type="parTrans" cxnId="{B48BCB55-2DF4-417E-97FE-F7FCA92904C0}">
      <dgm:prSet/>
      <dgm:spPr/>
      <dgm:t>
        <a:bodyPr/>
        <a:lstStyle/>
        <a:p>
          <a:endParaRPr lang="de-DE"/>
        </a:p>
      </dgm:t>
    </dgm:pt>
    <dgm:pt modelId="{D3BCAF19-8C08-4B28-9562-E4D247D591A1}" type="sibTrans" cxnId="{B48BCB55-2DF4-417E-97FE-F7FCA92904C0}">
      <dgm:prSet/>
      <dgm:spPr/>
      <dgm:t>
        <a:bodyPr/>
        <a:lstStyle/>
        <a:p>
          <a:endParaRPr lang="de-DE"/>
        </a:p>
      </dgm:t>
    </dgm:pt>
    <dgm:pt modelId="{68A9BA48-F7DD-416D-B817-6027055B609E}">
      <dgm:prSet phldrT="[Text]"/>
      <dgm:spPr/>
      <dgm:t>
        <a:bodyPr/>
        <a:lstStyle/>
        <a:p>
          <a:r>
            <a:rPr lang="de-DE" dirty="0"/>
            <a:t>Empowerment Programme</a:t>
          </a:r>
        </a:p>
      </dgm:t>
    </dgm:pt>
    <dgm:pt modelId="{8ACDBAA6-5D59-4048-BB19-ABFEB0366B67}" type="parTrans" cxnId="{B050B082-9D37-49B3-8213-E3631E956652}">
      <dgm:prSet/>
      <dgm:spPr/>
      <dgm:t>
        <a:bodyPr/>
        <a:lstStyle/>
        <a:p>
          <a:endParaRPr lang="de-DE"/>
        </a:p>
      </dgm:t>
    </dgm:pt>
    <dgm:pt modelId="{CC51087D-C464-4EB8-BC20-535CAC0AA023}" type="sibTrans" cxnId="{B050B082-9D37-49B3-8213-E3631E956652}">
      <dgm:prSet/>
      <dgm:spPr/>
      <dgm:t>
        <a:bodyPr/>
        <a:lstStyle/>
        <a:p>
          <a:endParaRPr lang="de-DE"/>
        </a:p>
      </dgm:t>
    </dgm:pt>
    <dgm:pt modelId="{AE191821-D04F-4171-A758-09BA5BA8B103}" type="pres">
      <dgm:prSet presAssocID="{85194B1B-733A-4A78-A00F-D184BF721D0C}" presName="linear" presStyleCnt="0">
        <dgm:presLayoutVars>
          <dgm:animLvl val="lvl"/>
          <dgm:resizeHandles val="exact"/>
        </dgm:presLayoutVars>
      </dgm:prSet>
      <dgm:spPr/>
    </dgm:pt>
    <dgm:pt modelId="{71E3E55F-AE71-42F9-AAF5-BDD52EF2BBEE}" type="pres">
      <dgm:prSet presAssocID="{50005A77-1EC4-4D7A-A949-AB10B17E12A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0D281F04-F2B7-425A-BD39-00E69EEFBAA4}" type="pres">
      <dgm:prSet presAssocID="{9CF0E419-22A1-47B8-84C7-08463759085C}" presName="spacer" presStyleCnt="0"/>
      <dgm:spPr/>
    </dgm:pt>
    <dgm:pt modelId="{1EACB5F4-41D8-40C5-90AB-405C8E6CC6B9}" type="pres">
      <dgm:prSet presAssocID="{974A26B7-96A6-4410-AD0A-880D7F42E378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3A5594C8-08F6-489C-A7E4-0CD5A797DE85}" type="pres">
      <dgm:prSet presAssocID="{0F8ADED9-3661-498D-920E-2F4D185D9887}" presName="spacer" presStyleCnt="0"/>
      <dgm:spPr/>
    </dgm:pt>
    <dgm:pt modelId="{8B5730EB-4307-4FCC-8A2B-06C33586098B}" type="pres">
      <dgm:prSet presAssocID="{71DAE9AD-2E58-491B-AB22-2F99952589D8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2624112C-ECCE-4884-A099-269ECA0417F2}" type="pres">
      <dgm:prSet presAssocID="{119157E7-FF4F-422F-9B0C-3AC6C62B9B1F}" presName="spacer" presStyleCnt="0"/>
      <dgm:spPr/>
    </dgm:pt>
    <dgm:pt modelId="{D78801CE-672A-40A8-AA2F-20DAB91BA1C8}" type="pres">
      <dgm:prSet presAssocID="{46397E93-AB3A-4146-97CE-4E1CE207E1D3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4C2B8D88-AD69-4664-860F-9E867755825F}" type="pres">
      <dgm:prSet presAssocID="{D3BCAF19-8C08-4B28-9562-E4D247D591A1}" presName="spacer" presStyleCnt="0"/>
      <dgm:spPr/>
    </dgm:pt>
    <dgm:pt modelId="{6C9CA51E-0B9C-453B-B0FE-918A728F8183}" type="pres">
      <dgm:prSet presAssocID="{880362C9-E999-4BB6-8A93-194A87186518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35D5844-B2C4-479C-9B23-CC3C8B5F5A7C}" type="pres">
      <dgm:prSet presAssocID="{F09E82BA-A5F4-4A51-8991-2753408066FC}" presName="spacer" presStyleCnt="0"/>
      <dgm:spPr/>
    </dgm:pt>
    <dgm:pt modelId="{6FA97DCD-DC0C-41D3-B63B-408B9805F769}" type="pres">
      <dgm:prSet presAssocID="{68A9BA48-F7DD-416D-B817-6027055B609E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1D94DA18-6330-4AD7-BC84-F0A348C0CCBA}" type="presOf" srcId="{880362C9-E999-4BB6-8A93-194A87186518}" destId="{6C9CA51E-0B9C-453B-B0FE-918A728F8183}" srcOrd="0" destOrd="0" presId="urn:microsoft.com/office/officeart/2005/8/layout/vList2"/>
    <dgm:cxn modelId="{2882242C-E44C-41B3-811B-4E8889552E8A}" srcId="{85194B1B-733A-4A78-A00F-D184BF721D0C}" destId="{974A26B7-96A6-4410-AD0A-880D7F42E378}" srcOrd="1" destOrd="0" parTransId="{7AAE077D-6934-42D5-B1BC-C03CE2FC409E}" sibTransId="{0F8ADED9-3661-498D-920E-2F4D185D9887}"/>
    <dgm:cxn modelId="{7BFA8B36-BE72-4E92-AA78-09284D96D2EC}" type="presOf" srcId="{974A26B7-96A6-4410-AD0A-880D7F42E378}" destId="{1EACB5F4-41D8-40C5-90AB-405C8E6CC6B9}" srcOrd="0" destOrd="0" presId="urn:microsoft.com/office/officeart/2005/8/layout/vList2"/>
    <dgm:cxn modelId="{930F323F-DD44-459C-95DA-E85E2921FAFF}" type="presOf" srcId="{68A9BA48-F7DD-416D-B817-6027055B609E}" destId="{6FA97DCD-DC0C-41D3-B63B-408B9805F769}" srcOrd="0" destOrd="0" presId="urn:microsoft.com/office/officeart/2005/8/layout/vList2"/>
    <dgm:cxn modelId="{B48BCB55-2DF4-417E-97FE-F7FCA92904C0}" srcId="{85194B1B-733A-4A78-A00F-D184BF721D0C}" destId="{46397E93-AB3A-4146-97CE-4E1CE207E1D3}" srcOrd="3" destOrd="0" parTransId="{5175BF17-0E20-449C-BA91-1A74374D322E}" sibTransId="{D3BCAF19-8C08-4B28-9562-E4D247D591A1}"/>
    <dgm:cxn modelId="{B050B082-9D37-49B3-8213-E3631E956652}" srcId="{85194B1B-733A-4A78-A00F-D184BF721D0C}" destId="{68A9BA48-F7DD-416D-B817-6027055B609E}" srcOrd="5" destOrd="0" parTransId="{8ACDBAA6-5D59-4048-BB19-ABFEB0366B67}" sibTransId="{CC51087D-C464-4EB8-BC20-535CAC0AA023}"/>
    <dgm:cxn modelId="{87360A89-73F4-4860-9BF0-47311AC3F04B}" srcId="{85194B1B-733A-4A78-A00F-D184BF721D0C}" destId="{50005A77-1EC4-4D7A-A949-AB10B17E12A4}" srcOrd="0" destOrd="0" parTransId="{A3A39F7B-381B-4392-A463-4CC70A5E6801}" sibTransId="{9CF0E419-22A1-47B8-84C7-08463759085C}"/>
    <dgm:cxn modelId="{CED29A9C-FE01-4EBB-9E0F-A3415A17F7E7}" type="presOf" srcId="{50005A77-1EC4-4D7A-A949-AB10B17E12A4}" destId="{71E3E55F-AE71-42F9-AAF5-BDD52EF2BBEE}" srcOrd="0" destOrd="0" presId="urn:microsoft.com/office/officeart/2005/8/layout/vList2"/>
    <dgm:cxn modelId="{EFE296A4-0BB3-47DF-89CB-8A2331BB55A9}" srcId="{85194B1B-733A-4A78-A00F-D184BF721D0C}" destId="{71DAE9AD-2E58-491B-AB22-2F99952589D8}" srcOrd="2" destOrd="0" parTransId="{B09627D0-5C28-42FF-A44D-A6017E4B01A1}" sibTransId="{119157E7-FF4F-422F-9B0C-3AC6C62B9B1F}"/>
    <dgm:cxn modelId="{0CBD3BB3-6893-492B-8C4A-99881073F1C1}" type="presOf" srcId="{85194B1B-733A-4A78-A00F-D184BF721D0C}" destId="{AE191821-D04F-4171-A758-09BA5BA8B103}" srcOrd="0" destOrd="0" presId="urn:microsoft.com/office/officeart/2005/8/layout/vList2"/>
    <dgm:cxn modelId="{B07D15BF-FF24-4A57-B1D2-36956DD33A14}" type="presOf" srcId="{46397E93-AB3A-4146-97CE-4E1CE207E1D3}" destId="{D78801CE-672A-40A8-AA2F-20DAB91BA1C8}" srcOrd="0" destOrd="0" presId="urn:microsoft.com/office/officeart/2005/8/layout/vList2"/>
    <dgm:cxn modelId="{35B61DD9-9D97-4957-8AF6-FA54B5C105F0}" type="presOf" srcId="{71DAE9AD-2E58-491B-AB22-2F99952589D8}" destId="{8B5730EB-4307-4FCC-8A2B-06C33586098B}" srcOrd="0" destOrd="0" presId="urn:microsoft.com/office/officeart/2005/8/layout/vList2"/>
    <dgm:cxn modelId="{3C916CE3-3218-423E-BF3B-5ADFB08F3C2B}" srcId="{85194B1B-733A-4A78-A00F-D184BF721D0C}" destId="{880362C9-E999-4BB6-8A93-194A87186518}" srcOrd="4" destOrd="0" parTransId="{F770200A-D423-4D0E-AD46-7D0BA57580BD}" sibTransId="{F09E82BA-A5F4-4A51-8991-2753408066FC}"/>
    <dgm:cxn modelId="{943162CB-7A3D-4778-94DE-5439E2D53190}" type="presParOf" srcId="{AE191821-D04F-4171-A758-09BA5BA8B103}" destId="{71E3E55F-AE71-42F9-AAF5-BDD52EF2BBEE}" srcOrd="0" destOrd="0" presId="urn:microsoft.com/office/officeart/2005/8/layout/vList2"/>
    <dgm:cxn modelId="{C40801A5-B614-42D1-8922-33A0F294DA7F}" type="presParOf" srcId="{AE191821-D04F-4171-A758-09BA5BA8B103}" destId="{0D281F04-F2B7-425A-BD39-00E69EEFBAA4}" srcOrd="1" destOrd="0" presId="urn:microsoft.com/office/officeart/2005/8/layout/vList2"/>
    <dgm:cxn modelId="{EE364406-3571-4643-A6AF-B2276A308422}" type="presParOf" srcId="{AE191821-D04F-4171-A758-09BA5BA8B103}" destId="{1EACB5F4-41D8-40C5-90AB-405C8E6CC6B9}" srcOrd="2" destOrd="0" presId="urn:microsoft.com/office/officeart/2005/8/layout/vList2"/>
    <dgm:cxn modelId="{441FB139-BC8B-47EF-B28E-7D38AC80703A}" type="presParOf" srcId="{AE191821-D04F-4171-A758-09BA5BA8B103}" destId="{3A5594C8-08F6-489C-A7E4-0CD5A797DE85}" srcOrd="3" destOrd="0" presId="urn:microsoft.com/office/officeart/2005/8/layout/vList2"/>
    <dgm:cxn modelId="{B152E2DD-D0CA-42E6-8DF8-238D478797B7}" type="presParOf" srcId="{AE191821-D04F-4171-A758-09BA5BA8B103}" destId="{8B5730EB-4307-4FCC-8A2B-06C33586098B}" srcOrd="4" destOrd="0" presId="urn:microsoft.com/office/officeart/2005/8/layout/vList2"/>
    <dgm:cxn modelId="{C9190CBF-86B1-48CD-B098-195E49083BED}" type="presParOf" srcId="{AE191821-D04F-4171-A758-09BA5BA8B103}" destId="{2624112C-ECCE-4884-A099-269ECA0417F2}" srcOrd="5" destOrd="0" presId="urn:microsoft.com/office/officeart/2005/8/layout/vList2"/>
    <dgm:cxn modelId="{55E495C7-83B4-4773-8844-B58569E8EC39}" type="presParOf" srcId="{AE191821-D04F-4171-A758-09BA5BA8B103}" destId="{D78801CE-672A-40A8-AA2F-20DAB91BA1C8}" srcOrd="6" destOrd="0" presId="urn:microsoft.com/office/officeart/2005/8/layout/vList2"/>
    <dgm:cxn modelId="{89E4BF0D-16E0-4AE9-9A79-CB711D7FF075}" type="presParOf" srcId="{AE191821-D04F-4171-A758-09BA5BA8B103}" destId="{4C2B8D88-AD69-4664-860F-9E867755825F}" srcOrd="7" destOrd="0" presId="urn:microsoft.com/office/officeart/2005/8/layout/vList2"/>
    <dgm:cxn modelId="{F6F82A69-3792-49C6-AAD7-98BAEDFB9239}" type="presParOf" srcId="{AE191821-D04F-4171-A758-09BA5BA8B103}" destId="{6C9CA51E-0B9C-453B-B0FE-918A728F8183}" srcOrd="8" destOrd="0" presId="urn:microsoft.com/office/officeart/2005/8/layout/vList2"/>
    <dgm:cxn modelId="{6E5C4C4A-4066-457A-A9D0-74C36F441E31}" type="presParOf" srcId="{AE191821-D04F-4171-A758-09BA5BA8B103}" destId="{635D5844-B2C4-479C-9B23-CC3C8B5F5A7C}" srcOrd="9" destOrd="0" presId="urn:microsoft.com/office/officeart/2005/8/layout/vList2"/>
    <dgm:cxn modelId="{23F715EF-2577-417E-93B9-E2BB5E3CD9E3}" type="presParOf" srcId="{AE191821-D04F-4171-A758-09BA5BA8B103}" destId="{6FA97DCD-DC0C-41D3-B63B-408B9805F769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E3E55F-AE71-42F9-AAF5-BDD52EF2BBEE}">
      <dsp:nvSpPr>
        <dsp:cNvPr id="0" name=""/>
        <dsp:cNvSpPr/>
      </dsp:nvSpPr>
      <dsp:spPr>
        <a:xfrm>
          <a:off x="0" y="15261"/>
          <a:ext cx="5385909" cy="397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 err="1"/>
            <a:t>Blueprint</a:t>
          </a:r>
          <a:r>
            <a:rPr lang="de-DE" sz="1700" kern="1200" dirty="0"/>
            <a:t> wird STACKIT Produkt</a:t>
          </a:r>
        </a:p>
      </dsp:txBody>
      <dsp:txXfrm>
        <a:off x="19419" y="34680"/>
        <a:ext cx="5347071" cy="358962"/>
      </dsp:txXfrm>
    </dsp:sp>
    <dsp:sp modelId="{1EACB5F4-41D8-40C5-90AB-405C8E6CC6B9}">
      <dsp:nvSpPr>
        <dsp:cNvPr id="0" name=""/>
        <dsp:cNvSpPr/>
      </dsp:nvSpPr>
      <dsp:spPr>
        <a:xfrm>
          <a:off x="0" y="462021"/>
          <a:ext cx="5385909" cy="397800"/>
        </a:xfrm>
        <a:prstGeom prst="roundRect">
          <a:avLst/>
        </a:prstGeom>
        <a:solidFill>
          <a:schemeClr val="accent5">
            <a:hueOff val="0"/>
            <a:satOff val="0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/>
            <a:t>Stärkere Integration in STACKIT Services</a:t>
          </a:r>
        </a:p>
      </dsp:txBody>
      <dsp:txXfrm>
        <a:off x="19419" y="481440"/>
        <a:ext cx="5347071" cy="358962"/>
      </dsp:txXfrm>
    </dsp:sp>
    <dsp:sp modelId="{8B5730EB-4307-4FCC-8A2B-06C33586098B}">
      <dsp:nvSpPr>
        <dsp:cNvPr id="0" name=""/>
        <dsp:cNvSpPr/>
      </dsp:nvSpPr>
      <dsp:spPr>
        <a:xfrm>
          <a:off x="0" y="908781"/>
          <a:ext cx="5385909" cy="397800"/>
        </a:xfrm>
        <a:prstGeom prst="roundRect">
          <a:avLst/>
        </a:prstGeom>
        <a:solidFill>
          <a:schemeClr val="accent5">
            <a:hueOff val="0"/>
            <a:satOff val="0"/>
            <a:lumOff val="862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/>
            <a:t>Erweiterung von sog. „</a:t>
          </a:r>
          <a:r>
            <a:rPr lang="de-DE" sz="1700" kern="1200" dirty="0" err="1"/>
            <a:t>flavors</a:t>
          </a:r>
          <a:r>
            <a:rPr lang="de-DE" sz="1700" kern="1200" dirty="0"/>
            <a:t>“</a:t>
          </a:r>
        </a:p>
      </dsp:txBody>
      <dsp:txXfrm>
        <a:off x="19419" y="928200"/>
        <a:ext cx="5347071" cy="358962"/>
      </dsp:txXfrm>
    </dsp:sp>
    <dsp:sp modelId="{D78801CE-672A-40A8-AA2F-20DAB91BA1C8}">
      <dsp:nvSpPr>
        <dsp:cNvPr id="0" name=""/>
        <dsp:cNvSpPr/>
      </dsp:nvSpPr>
      <dsp:spPr>
        <a:xfrm>
          <a:off x="0" y="1355541"/>
          <a:ext cx="5385909" cy="397800"/>
        </a:xfrm>
        <a:prstGeom prst="roundRect">
          <a:avLst/>
        </a:prstGeom>
        <a:solidFill>
          <a:schemeClr val="accent5">
            <a:hueOff val="0"/>
            <a:satOff val="0"/>
            <a:lumOff val="1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/>
            <a:t>Erweiterung Automatisierungsgrad</a:t>
          </a:r>
        </a:p>
      </dsp:txBody>
      <dsp:txXfrm>
        <a:off x="19419" y="1374960"/>
        <a:ext cx="5347071" cy="358962"/>
      </dsp:txXfrm>
    </dsp:sp>
    <dsp:sp modelId="{6C9CA51E-0B9C-453B-B0FE-918A728F8183}">
      <dsp:nvSpPr>
        <dsp:cNvPr id="0" name=""/>
        <dsp:cNvSpPr/>
      </dsp:nvSpPr>
      <dsp:spPr>
        <a:xfrm>
          <a:off x="0" y="1802301"/>
          <a:ext cx="5385909" cy="397800"/>
        </a:xfrm>
        <a:prstGeom prst="roundRect">
          <a:avLst/>
        </a:prstGeom>
        <a:solidFill>
          <a:schemeClr val="accent5">
            <a:hueOff val="0"/>
            <a:satOff val="0"/>
            <a:lumOff val="1725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/>
            <a:t>Beschreibung Kollaborationsmodelle</a:t>
          </a:r>
        </a:p>
      </dsp:txBody>
      <dsp:txXfrm>
        <a:off x="19419" y="1821720"/>
        <a:ext cx="5347071" cy="358962"/>
      </dsp:txXfrm>
    </dsp:sp>
    <dsp:sp modelId="{6FA97DCD-DC0C-41D3-B63B-408B9805F769}">
      <dsp:nvSpPr>
        <dsp:cNvPr id="0" name=""/>
        <dsp:cNvSpPr/>
      </dsp:nvSpPr>
      <dsp:spPr>
        <a:xfrm>
          <a:off x="0" y="2249061"/>
          <a:ext cx="5385909" cy="397800"/>
        </a:xfrm>
        <a:prstGeom prst="roundRect">
          <a:avLst/>
        </a:prstGeom>
        <a:solidFill>
          <a:schemeClr val="accent5">
            <a:hueOff val="0"/>
            <a:satOff val="0"/>
            <a:lumOff val="215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/>
            <a:t>Empowerment Programme</a:t>
          </a:r>
        </a:p>
      </dsp:txBody>
      <dsp:txXfrm>
        <a:off x="19419" y="2268480"/>
        <a:ext cx="5347071" cy="3589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9BE013-9BD6-4085-8245-F4032894BECB}" type="datetimeFigureOut">
              <a:rPr lang="de-DE" smtClean="0"/>
              <a:t>27.04.2025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156938-252F-4DD5-99EC-95C540133F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7487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F9B0DE-3FEB-4AA0-B465-B80EF7C1333D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Folienbildplatzhalter 5">
            <a:extLst>
              <a:ext uri="{FF2B5EF4-FFF2-40B4-BE49-F238E27FC236}">
                <a16:creationId xmlns:a16="http://schemas.microsoft.com/office/drawing/2014/main" id="{BD5B6B9A-3385-4A57-9F25-EC4CEA2208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79425" y="250825"/>
            <a:ext cx="3200400" cy="1800225"/>
          </a:xfrm>
        </p:spPr>
      </p:sp>
      <p:sp>
        <p:nvSpPr>
          <p:cNvPr id="7" name="Notizenplatzhalter 6">
            <a:extLst>
              <a:ext uri="{FF2B5EF4-FFF2-40B4-BE49-F238E27FC236}">
                <a16:creationId xmlns:a16="http://schemas.microsoft.com/office/drawing/2014/main" id="{F4DBBF54-C064-485E-8373-5F8A7F5A2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B744BD1D-BBCC-435E-A496-580DB8B8C01C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9FD4F2-BA41-44A3-8CE4-1A02EE8AB17D}" type="datetime1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27.04.2025</a:t>
            </a:fld>
            <a:endParaRPr kumimoji="0" lang="de-DE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DA0C9C71-7353-4230-A8F7-64E6CCD8630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Titel der Präsentation</a:t>
            </a:r>
            <a:endParaRPr kumimoji="0" lang="de-DE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4727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79425" y="250825"/>
            <a:ext cx="3200400" cy="18002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BCC67506-E674-4C83-9D38-78F9679ABCCF}" type="datetime1">
              <a:rPr lang="de-DE" smtClean="0"/>
              <a:t>27.04.2025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9B0DE-3FEB-4AA0-B465-B80EF7C1333D}" type="slidenum">
              <a:rPr lang="de-DE" smtClean="0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776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sv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sv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8.bin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EF8AE78C-1B0B-4D12-B30A-80A604848CD8}"/>
              </a:ext>
            </a:extLst>
          </p:cNvPr>
          <p:cNvSpPr/>
          <p:nvPr userDrawn="1"/>
        </p:nvSpPr>
        <p:spPr bwMode="gray">
          <a:xfrm>
            <a:off x="0" y="0"/>
            <a:ext cx="12191999" cy="6858000"/>
          </a:xfrm>
          <a:custGeom>
            <a:avLst/>
            <a:gdLst>
              <a:gd name="connsiteX0" fmla="*/ 108001 w 12084000"/>
              <a:gd name="connsiteY0" fmla="*/ 0 h 6642000"/>
              <a:gd name="connsiteX1" fmla="*/ 12084000 w 12084000"/>
              <a:gd name="connsiteY1" fmla="*/ 0 h 6642000"/>
              <a:gd name="connsiteX2" fmla="*/ 12084000 w 12084000"/>
              <a:gd name="connsiteY2" fmla="*/ 6642000 h 6642000"/>
              <a:gd name="connsiteX3" fmla="*/ 108001 w 12084000"/>
              <a:gd name="connsiteY3" fmla="*/ 6642000 h 6642000"/>
              <a:gd name="connsiteX4" fmla="*/ 0 w 12084000"/>
              <a:gd name="connsiteY4" fmla="*/ 0 h 6642000"/>
              <a:gd name="connsiteX5" fmla="*/ 1 w 12084000"/>
              <a:gd name="connsiteY5" fmla="*/ 0 h 6642000"/>
              <a:gd name="connsiteX6" fmla="*/ 1 w 12084000"/>
              <a:gd name="connsiteY6" fmla="*/ 6642000 h 6642000"/>
              <a:gd name="connsiteX7" fmla="*/ 0 w 12084000"/>
              <a:gd name="connsiteY7" fmla="*/ 6642000 h 6642000"/>
              <a:gd name="connsiteX0" fmla="*/ 108001 w 12084000"/>
              <a:gd name="connsiteY0" fmla="*/ 0 h 6642000"/>
              <a:gd name="connsiteX1" fmla="*/ 12084000 w 12084000"/>
              <a:gd name="connsiteY1" fmla="*/ 0 h 6642000"/>
              <a:gd name="connsiteX2" fmla="*/ 12084000 w 12084000"/>
              <a:gd name="connsiteY2" fmla="*/ 6642000 h 6642000"/>
              <a:gd name="connsiteX3" fmla="*/ 108001 w 12084000"/>
              <a:gd name="connsiteY3" fmla="*/ 6642000 h 6642000"/>
              <a:gd name="connsiteX4" fmla="*/ 108001 w 12084000"/>
              <a:gd name="connsiteY4" fmla="*/ 0 h 6642000"/>
              <a:gd name="connsiteX5" fmla="*/ 0 w 12084000"/>
              <a:gd name="connsiteY5" fmla="*/ 6642000 h 6642000"/>
              <a:gd name="connsiteX6" fmla="*/ 1 w 12084000"/>
              <a:gd name="connsiteY6" fmla="*/ 0 h 6642000"/>
              <a:gd name="connsiteX7" fmla="*/ 1 w 12084000"/>
              <a:gd name="connsiteY7" fmla="*/ 6642000 h 6642000"/>
              <a:gd name="connsiteX8" fmla="*/ 0 w 12084000"/>
              <a:gd name="connsiteY8" fmla="*/ 6642000 h 6642000"/>
              <a:gd name="connsiteX0" fmla="*/ 108001 w 12084000"/>
              <a:gd name="connsiteY0" fmla="*/ 0 h 6642000"/>
              <a:gd name="connsiteX1" fmla="*/ 12084000 w 12084000"/>
              <a:gd name="connsiteY1" fmla="*/ 0 h 6642000"/>
              <a:gd name="connsiteX2" fmla="*/ 12084000 w 12084000"/>
              <a:gd name="connsiteY2" fmla="*/ 6642000 h 6642000"/>
              <a:gd name="connsiteX3" fmla="*/ 108001 w 12084000"/>
              <a:gd name="connsiteY3" fmla="*/ 6642000 h 6642000"/>
              <a:gd name="connsiteX4" fmla="*/ 108001 w 12084000"/>
              <a:gd name="connsiteY4" fmla="*/ 0 h 6642000"/>
              <a:gd name="connsiteX5" fmla="*/ 0 w 12084000"/>
              <a:gd name="connsiteY5" fmla="*/ 6642000 h 6642000"/>
              <a:gd name="connsiteX6" fmla="*/ 1 w 12084000"/>
              <a:gd name="connsiteY6" fmla="*/ 6642000 h 6642000"/>
              <a:gd name="connsiteX7" fmla="*/ 0 w 12084000"/>
              <a:gd name="connsiteY7" fmla="*/ 6642000 h 6642000"/>
              <a:gd name="connsiteX0" fmla="*/ 0 w 11975999"/>
              <a:gd name="connsiteY0" fmla="*/ 0 h 6642000"/>
              <a:gd name="connsiteX1" fmla="*/ 11975999 w 11975999"/>
              <a:gd name="connsiteY1" fmla="*/ 0 h 6642000"/>
              <a:gd name="connsiteX2" fmla="*/ 11975999 w 11975999"/>
              <a:gd name="connsiteY2" fmla="*/ 6642000 h 6642000"/>
              <a:gd name="connsiteX3" fmla="*/ 0 w 11975999"/>
              <a:gd name="connsiteY3" fmla="*/ 6642000 h 6642000"/>
              <a:gd name="connsiteX4" fmla="*/ 0 w 11975999"/>
              <a:gd name="connsiteY4" fmla="*/ 0 h 664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75999" h="6642000">
                <a:moveTo>
                  <a:pt x="0" y="0"/>
                </a:moveTo>
                <a:lnTo>
                  <a:pt x="11975999" y="0"/>
                </a:lnTo>
                <a:lnTo>
                  <a:pt x="11975999" y="6642000"/>
                </a:lnTo>
                <a:lnTo>
                  <a:pt x="0" y="6642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sp>
        <p:nvSpPr>
          <p:cNvPr id="46" name="Freihandform: Form 45">
            <a:extLst>
              <a:ext uri="{FF2B5EF4-FFF2-40B4-BE49-F238E27FC236}">
                <a16:creationId xmlns:a16="http://schemas.microsoft.com/office/drawing/2014/main" id="{1D7B5784-A01A-4C09-A4D8-90ED6E6F2A20}"/>
              </a:ext>
            </a:extLst>
          </p:cNvPr>
          <p:cNvSpPr/>
          <p:nvPr userDrawn="1"/>
        </p:nvSpPr>
        <p:spPr bwMode="gray">
          <a:xfrm>
            <a:off x="8832304" y="0"/>
            <a:ext cx="3359696" cy="6858000"/>
          </a:xfrm>
          <a:custGeom>
            <a:avLst/>
            <a:gdLst>
              <a:gd name="connsiteX0" fmla="*/ 0 w 3359696"/>
              <a:gd name="connsiteY0" fmla="*/ 0 h 6858000"/>
              <a:gd name="connsiteX1" fmla="*/ 3359696 w 3359696"/>
              <a:gd name="connsiteY1" fmla="*/ 0 h 6858000"/>
              <a:gd name="connsiteX2" fmla="*/ 3359696 w 3359696"/>
              <a:gd name="connsiteY2" fmla="*/ 6858000 h 6858000"/>
              <a:gd name="connsiteX3" fmla="*/ 0 w 3359696"/>
              <a:gd name="connsiteY3" fmla="*/ 6858000 h 6858000"/>
              <a:gd name="connsiteX4" fmla="*/ 0 w 3359696"/>
              <a:gd name="connsiteY4" fmla="*/ 6857746 h 6858000"/>
              <a:gd name="connsiteX5" fmla="*/ 1668684 w 3359696"/>
              <a:gd name="connsiteY5" fmla="*/ 3429000 h 6858000"/>
              <a:gd name="connsiteX6" fmla="*/ 0 w 3359696"/>
              <a:gd name="connsiteY6" fmla="*/ 25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9696" h="6858000">
                <a:moveTo>
                  <a:pt x="0" y="0"/>
                </a:moveTo>
                <a:lnTo>
                  <a:pt x="3359696" y="0"/>
                </a:lnTo>
                <a:lnTo>
                  <a:pt x="3359696" y="6858000"/>
                </a:lnTo>
                <a:lnTo>
                  <a:pt x="0" y="6858000"/>
                </a:lnTo>
                <a:lnTo>
                  <a:pt x="0" y="6857746"/>
                </a:lnTo>
                <a:lnTo>
                  <a:pt x="1668684" y="3429000"/>
                </a:lnTo>
                <a:lnTo>
                  <a:pt x="0" y="253"/>
                </a:lnTo>
                <a:close/>
              </a:path>
            </a:pathLst>
          </a:cu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600" err="1">
              <a:solidFill>
                <a:schemeClr val="tx1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947BCD3-995D-4E17-8CE3-881BECA11EA5}"/>
              </a:ext>
            </a:extLst>
          </p:cNvPr>
          <p:cNvSpPr/>
          <p:nvPr userDrawn="1"/>
        </p:nvSpPr>
        <p:spPr bwMode="gray">
          <a:xfrm>
            <a:off x="552004" y="0"/>
            <a:ext cx="1511548" cy="198884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err="1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 userDrawn="1">
            <p:ph type="ctrTitle" hasCustomPrompt="1"/>
          </p:nvPr>
        </p:nvSpPr>
        <p:spPr bwMode="gray">
          <a:xfrm>
            <a:off x="552004" y="2493443"/>
            <a:ext cx="6624116" cy="1655478"/>
          </a:xfrm>
        </p:spPr>
        <p:txBody>
          <a:bodyPr anchor="b"/>
          <a:lstStyle>
            <a:lvl1pPr algn="l">
              <a:lnSpc>
                <a:spcPct val="90000"/>
              </a:lnSpc>
              <a:spcBef>
                <a:spcPts val="0"/>
              </a:spcBef>
              <a:defRPr sz="4000" b="1" i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/>
              <a:t>Titel der Präsentation</a:t>
            </a:r>
            <a:br>
              <a:rPr lang="de-DE"/>
            </a:br>
            <a:r>
              <a:rPr lang="de-DE"/>
              <a:t>(in 1-2 Zeilen)</a:t>
            </a:r>
          </a:p>
        </p:txBody>
      </p:sp>
      <p:sp>
        <p:nvSpPr>
          <p:cNvPr id="3" name="Untertitel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555576" y="4293096"/>
            <a:ext cx="6620108" cy="72008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e-DE"/>
              <a:t>Bereichsbezeichnung</a:t>
            </a:r>
            <a:br>
              <a:rPr lang="de-DE"/>
            </a:br>
            <a:r>
              <a:rPr lang="de-DE"/>
              <a:t>Vorname, Name</a:t>
            </a:r>
          </a:p>
        </p:txBody>
      </p:sp>
      <p:sp>
        <p:nvSpPr>
          <p:cNvPr id="50" name="Textplatzhalter 9">
            <a:extLst>
              <a:ext uri="{FF2B5EF4-FFF2-40B4-BE49-F238E27FC236}">
                <a16:creationId xmlns:a16="http://schemas.microsoft.com/office/drawing/2014/main" id="{3656EE1D-B61E-47A5-9B5C-F55BD7EAF9B1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gray">
          <a:xfrm>
            <a:off x="552004" y="5157192"/>
            <a:ext cx="6624116" cy="36004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Ort, xx. Monat 20xx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EFA0A9A-C693-44F0-8F8D-4C321A3B3D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004" y="129502"/>
            <a:ext cx="1511548" cy="185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885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7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F622F203-578A-4D97-96FF-943751D2F25D}"/>
              </a:ext>
            </a:extLst>
          </p:cNvPr>
          <p:cNvSpPr/>
          <p:nvPr userDrawn="1"/>
        </p:nvSpPr>
        <p:spPr bwMode="gray">
          <a:xfrm>
            <a:off x="0" y="0"/>
            <a:ext cx="12191999" cy="6858000"/>
          </a:xfrm>
          <a:custGeom>
            <a:avLst/>
            <a:gdLst>
              <a:gd name="connsiteX0" fmla="*/ 108001 w 12084000"/>
              <a:gd name="connsiteY0" fmla="*/ 0 h 6642000"/>
              <a:gd name="connsiteX1" fmla="*/ 12084000 w 12084000"/>
              <a:gd name="connsiteY1" fmla="*/ 0 h 6642000"/>
              <a:gd name="connsiteX2" fmla="*/ 12084000 w 12084000"/>
              <a:gd name="connsiteY2" fmla="*/ 6642000 h 6642000"/>
              <a:gd name="connsiteX3" fmla="*/ 108001 w 12084000"/>
              <a:gd name="connsiteY3" fmla="*/ 6642000 h 6642000"/>
              <a:gd name="connsiteX4" fmla="*/ 0 w 12084000"/>
              <a:gd name="connsiteY4" fmla="*/ 0 h 6642000"/>
              <a:gd name="connsiteX5" fmla="*/ 1 w 12084000"/>
              <a:gd name="connsiteY5" fmla="*/ 0 h 6642000"/>
              <a:gd name="connsiteX6" fmla="*/ 1 w 12084000"/>
              <a:gd name="connsiteY6" fmla="*/ 6642000 h 6642000"/>
              <a:gd name="connsiteX7" fmla="*/ 0 w 12084000"/>
              <a:gd name="connsiteY7" fmla="*/ 6642000 h 6642000"/>
              <a:gd name="connsiteX0" fmla="*/ 108001 w 12084000"/>
              <a:gd name="connsiteY0" fmla="*/ 0 h 6642000"/>
              <a:gd name="connsiteX1" fmla="*/ 12084000 w 12084000"/>
              <a:gd name="connsiteY1" fmla="*/ 0 h 6642000"/>
              <a:gd name="connsiteX2" fmla="*/ 12084000 w 12084000"/>
              <a:gd name="connsiteY2" fmla="*/ 6642000 h 6642000"/>
              <a:gd name="connsiteX3" fmla="*/ 108001 w 12084000"/>
              <a:gd name="connsiteY3" fmla="*/ 6642000 h 6642000"/>
              <a:gd name="connsiteX4" fmla="*/ 108001 w 12084000"/>
              <a:gd name="connsiteY4" fmla="*/ 0 h 6642000"/>
              <a:gd name="connsiteX5" fmla="*/ 0 w 12084000"/>
              <a:gd name="connsiteY5" fmla="*/ 6642000 h 6642000"/>
              <a:gd name="connsiteX6" fmla="*/ 1 w 12084000"/>
              <a:gd name="connsiteY6" fmla="*/ 0 h 6642000"/>
              <a:gd name="connsiteX7" fmla="*/ 1 w 12084000"/>
              <a:gd name="connsiteY7" fmla="*/ 6642000 h 6642000"/>
              <a:gd name="connsiteX8" fmla="*/ 0 w 12084000"/>
              <a:gd name="connsiteY8" fmla="*/ 6642000 h 6642000"/>
              <a:gd name="connsiteX0" fmla="*/ 108001 w 12084000"/>
              <a:gd name="connsiteY0" fmla="*/ 0 h 6642000"/>
              <a:gd name="connsiteX1" fmla="*/ 12084000 w 12084000"/>
              <a:gd name="connsiteY1" fmla="*/ 0 h 6642000"/>
              <a:gd name="connsiteX2" fmla="*/ 12084000 w 12084000"/>
              <a:gd name="connsiteY2" fmla="*/ 6642000 h 6642000"/>
              <a:gd name="connsiteX3" fmla="*/ 108001 w 12084000"/>
              <a:gd name="connsiteY3" fmla="*/ 6642000 h 6642000"/>
              <a:gd name="connsiteX4" fmla="*/ 108001 w 12084000"/>
              <a:gd name="connsiteY4" fmla="*/ 0 h 6642000"/>
              <a:gd name="connsiteX5" fmla="*/ 0 w 12084000"/>
              <a:gd name="connsiteY5" fmla="*/ 6642000 h 6642000"/>
              <a:gd name="connsiteX6" fmla="*/ 1 w 12084000"/>
              <a:gd name="connsiteY6" fmla="*/ 6642000 h 6642000"/>
              <a:gd name="connsiteX7" fmla="*/ 0 w 12084000"/>
              <a:gd name="connsiteY7" fmla="*/ 6642000 h 6642000"/>
              <a:gd name="connsiteX0" fmla="*/ 0 w 11975999"/>
              <a:gd name="connsiteY0" fmla="*/ 0 h 6642000"/>
              <a:gd name="connsiteX1" fmla="*/ 11975999 w 11975999"/>
              <a:gd name="connsiteY1" fmla="*/ 0 h 6642000"/>
              <a:gd name="connsiteX2" fmla="*/ 11975999 w 11975999"/>
              <a:gd name="connsiteY2" fmla="*/ 6642000 h 6642000"/>
              <a:gd name="connsiteX3" fmla="*/ 0 w 11975999"/>
              <a:gd name="connsiteY3" fmla="*/ 6642000 h 6642000"/>
              <a:gd name="connsiteX4" fmla="*/ 0 w 11975999"/>
              <a:gd name="connsiteY4" fmla="*/ 0 h 664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75999" h="6642000">
                <a:moveTo>
                  <a:pt x="0" y="0"/>
                </a:moveTo>
                <a:lnTo>
                  <a:pt x="11975999" y="0"/>
                </a:lnTo>
                <a:lnTo>
                  <a:pt x="11975999" y="6642000"/>
                </a:lnTo>
                <a:lnTo>
                  <a:pt x="0" y="6642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551879" y="2205410"/>
            <a:ext cx="5759987" cy="1656000"/>
          </a:xfrm>
        </p:spPr>
        <p:txBody>
          <a:bodyPr anchor="b"/>
          <a:lstStyle>
            <a:lvl1pPr algn="l">
              <a:lnSpc>
                <a:spcPct val="90000"/>
              </a:lnSpc>
              <a:spcBef>
                <a:spcPts val="0"/>
              </a:spcBef>
              <a:defRPr sz="36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Titel der Präsentation</a:t>
            </a:r>
            <a:br>
              <a:rPr lang="de-DE"/>
            </a:br>
            <a:r>
              <a:rPr lang="de-DE"/>
              <a:t>(in 1-2 Zeilen)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51260" y="4005064"/>
            <a:ext cx="5760640" cy="7200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de-DE"/>
              <a:t>Bereichsbezeichnung</a:t>
            </a:r>
            <a:br>
              <a:rPr lang="de-DE"/>
            </a:br>
            <a:r>
              <a:rPr lang="de-DE"/>
              <a:t>Vorname, Name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52009" y="4869160"/>
            <a:ext cx="5759852" cy="36004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de-DE"/>
              <a:t>Ort, xx. Monat 20xx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3CAF7F5-1DBF-4866-AB1F-5D6E772D3233}"/>
              </a:ext>
            </a:extLst>
          </p:cNvPr>
          <p:cNvSpPr/>
          <p:nvPr userDrawn="1"/>
        </p:nvSpPr>
        <p:spPr bwMode="gray">
          <a:xfrm>
            <a:off x="551880" y="0"/>
            <a:ext cx="1511548" cy="198884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err="1">
              <a:solidFill>
                <a:schemeClr val="tx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1FC04CB-1D6E-4FB6-AC84-10CE6296AF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1880" y="129502"/>
            <a:ext cx="1511548" cy="1859338"/>
          </a:xfrm>
          <a:prstGeom prst="rect">
            <a:avLst/>
          </a:prstGeom>
        </p:spPr>
      </p:pic>
      <p:sp>
        <p:nvSpPr>
          <p:cNvPr id="13" name="Bildplatzhalter 14">
            <a:extLst>
              <a:ext uri="{FF2B5EF4-FFF2-40B4-BE49-F238E27FC236}">
                <a16:creationId xmlns:a16="http://schemas.microsoft.com/office/drawing/2014/main" id="{A8B6AE25-2B78-441A-98E8-3EFC1CCA73E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880100" y="0"/>
            <a:ext cx="6311900" cy="6858000"/>
          </a:xfrm>
          <a:custGeom>
            <a:avLst/>
            <a:gdLst>
              <a:gd name="connsiteX0" fmla="*/ 0 w 6311900"/>
              <a:gd name="connsiteY0" fmla="*/ 0 h 6858000"/>
              <a:gd name="connsiteX1" fmla="*/ 6311900 w 6311900"/>
              <a:gd name="connsiteY1" fmla="*/ 0 h 6858000"/>
              <a:gd name="connsiteX2" fmla="*/ 6311900 w 6311900"/>
              <a:gd name="connsiteY2" fmla="*/ 6858000 h 6858000"/>
              <a:gd name="connsiteX3" fmla="*/ 0 w 6311900"/>
              <a:gd name="connsiteY3" fmla="*/ 6858000 h 6858000"/>
              <a:gd name="connsiteX4" fmla="*/ 0 w 6311900"/>
              <a:gd name="connsiteY4" fmla="*/ 6857746 h 6858000"/>
              <a:gd name="connsiteX5" fmla="*/ 1668684 w 6311900"/>
              <a:gd name="connsiteY5" fmla="*/ 3429000 h 6858000"/>
              <a:gd name="connsiteX6" fmla="*/ 0 w 6311900"/>
              <a:gd name="connsiteY6" fmla="*/ 25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1900" h="6858000">
                <a:moveTo>
                  <a:pt x="0" y="0"/>
                </a:moveTo>
                <a:lnTo>
                  <a:pt x="6311900" y="0"/>
                </a:lnTo>
                <a:lnTo>
                  <a:pt x="6311900" y="6858000"/>
                </a:lnTo>
                <a:lnTo>
                  <a:pt x="0" y="6858000"/>
                </a:lnTo>
                <a:lnTo>
                  <a:pt x="0" y="6857746"/>
                </a:lnTo>
                <a:lnTo>
                  <a:pt x="1668684" y="3429000"/>
                </a:lnTo>
                <a:lnTo>
                  <a:pt x="0" y="253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05873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7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Bild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D476F017-D3CF-4732-8BCD-ABF48C8B8A90}"/>
              </a:ext>
            </a:extLst>
          </p:cNvPr>
          <p:cNvSpPr/>
          <p:nvPr userDrawn="1"/>
        </p:nvSpPr>
        <p:spPr bwMode="gray">
          <a:xfrm>
            <a:off x="-1" y="0"/>
            <a:ext cx="12192001" cy="6858000"/>
          </a:xfrm>
          <a:custGeom>
            <a:avLst/>
            <a:gdLst>
              <a:gd name="connsiteX0" fmla="*/ 108001 w 12084000"/>
              <a:gd name="connsiteY0" fmla="*/ 0 h 6642000"/>
              <a:gd name="connsiteX1" fmla="*/ 12084000 w 12084000"/>
              <a:gd name="connsiteY1" fmla="*/ 0 h 6642000"/>
              <a:gd name="connsiteX2" fmla="*/ 12084000 w 12084000"/>
              <a:gd name="connsiteY2" fmla="*/ 6642000 h 6642000"/>
              <a:gd name="connsiteX3" fmla="*/ 108001 w 12084000"/>
              <a:gd name="connsiteY3" fmla="*/ 6642000 h 6642000"/>
              <a:gd name="connsiteX4" fmla="*/ 0 w 12084000"/>
              <a:gd name="connsiteY4" fmla="*/ 0 h 6642000"/>
              <a:gd name="connsiteX5" fmla="*/ 1 w 12084000"/>
              <a:gd name="connsiteY5" fmla="*/ 0 h 6642000"/>
              <a:gd name="connsiteX6" fmla="*/ 1 w 12084000"/>
              <a:gd name="connsiteY6" fmla="*/ 6642000 h 6642000"/>
              <a:gd name="connsiteX7" fmla="*/ 0 w 12084000"/>
              <a:gd name="connsiteY7" fmla="*/ 6642000 h 6642000"/>
              <a:gd name="connsiteX0" fmla="*/ 108001 w 12084000"/>
              <a:gd name="connsiteY0" fmla="*/ 0 h 6642000"/>
              <a:gd name="connsiteX1" fmla="*/ 12084000 w 12084000"/>
              <a:gd name="connsiteY1" fmla="*/ 0 h 6642000"/>
              <a:gd name="connsiteX2" fmla="*/ 12084000 w 12084000"/>
              <a:gd name="connsiteY2" fmla="*/ 6642000 h 6642000"/>
              <a:gd name="connsiteX3" fmla="*/ 108001 w 12084000"/>
              <a:gd name="connsiteY3" fmla="*/ 6642000 h 6642000"/>
              <a:gd name="connsiteX4" fmla="*/ 108001 w 12084000"/>
              <a:gd name="connsiteY4" fmla="*/ 0 h 6642000"/>
              <a:gd name="connsiteX5" fmla="*/ 0 w 12084000"/>
              <a:gd name="connsiteY5" fmla="*/ 6642000 h 6642000"/>
              <a:gd name="connsiteX6" fmla="*/ 1 w 12084000"/>
              <a:gd name="connsiteY6" fmla="*/ 0 h 6642000"/>
              <a:gd name="connsiteX7" fmla="*/ 1 w 12084000"/>
              <a:gd name="connsiteY7" fmla="*/ 6642000 h 6642000"/>
              <a:gd name="connsiteX8" fmla="*/ 0 w 12084000"/>
              <a:gd name="connsiteY8" fmla="*/ 6642000 h 6642000"/>
              <a:gd name="connsiteX0" fmla="*/ 108001 w 12084000"/>
              <a:gd name="connsiteY0" fmla="*/ 0 h 6642000"/>
              <a:gd name="connsiteX1" fmla="*/ 12084000 w 12084000"/>
              <a:gd name="connsiteY1" fmla="*/ 0 h 6642000"/>
              <a:gd name="connsiteX2" fmla="*/ 12084000 w 12084000"/>
              <a:gd name="connsiteY2" fmla="*/ 6642000 h 6642000"/>
              <a:gd name="connsiteX3" fmla="*/ 108001 w 12084000"/>
              <a:gd name="connsiteY3" fmla="*/ 6642000 h 6642000"/>
              <a:gd name="connsiteX4" fmla="*/ 108001 w 12084000"/>
              <a:gd name="connsiteY4" fmla="*/ 0 h 6642000"/>
              <a:gd name="connsiteX5" fmla="*/ 0 w 12084000"/>
              <a:gd name="connsiteY5" fmla="*/ 6642000 h 6642000"/>
              <a:gd name="connsiteX6" fmla="*/ 1 w 12084000"/>
              <a:gd name="connsiteY6" fmla="*/ 6642000 h 6642000"/>
              <a:gd name="connsiteX7" fmla="*/ 0 w 12084000"/>
              <a:gd name="connsiteY7" fmla="*/ 6642000 h 6642000"/>
              <a:gd name="connsiteX0" fmla="*/ 0 w 11975999"/>
              <a:gd name="connsiteY0" fmla="*/ 0 h 6642000"/>
              <a:gd name="connsiteX1" fmla="*/ 11975999 w 11975999"/>
              <a:gd name="connsiteY1" fmla="*/ 0 h 6642000"/>
              <a:gd name="connsiteX2" fmla="*/ 11975999 w 11975999"/>
              <a:gd name="connsiteY2" fmla="*/ 6642000 h 6642000"/>
              <a:gd name="connsiteX3" fmla="*/ 0 w 11975999"/>
              <a:gd name="connsiteY3" fmla="*/ 6642000 h 6642000"/>
              <a:gd name="connsiteX4" fmla="*/ 0 w 11975999"/>
              <a:gd name="connsiteY4" fmla="*/ 0 h 664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75999" h="6642000">
                <a:moveTo>
                  <a:pt x="0" y="0"/>
                </a:moveTo>
                <a:lnTo>
                  <a:pt x="11975999" y="0"/>
                </a:lnTo>
                <a:lnTo>
                  <a:pt x="11975999" y="6642000"/>
                </a:lnTo>
                <a:lnTo>
                  <a:pt x="0" y="6642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sz="1600">
              <a:solidFill>
                <a:schemeClr val="bg1"/>
              </a:solidFill>
            </a:endParaRPr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AB57F3AF-8A47-4E56-8112-6D0A5F1E0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880100" y="0"/>
            <a:ext cx="6311900" cy="6858000"/>
          </a:xfrm>
          <a:custGeom>
            <a:avLst/>
            <a:gdLst>
              <a:gd name="connsiteX0" fmla="*/ 0 w 6311900"/>
              <a:gd name="connsiteY0" fmla="*/ 0 h 6858000"/>
              <a:gd name="connsiteX1" fmla="*/ 6311900 w 6311900"/>
              <a:gd name="connsiteY1" fmla="*/ 0 h 6858000"/>
              <a:gd name="connsiteX2" fmla="*/ 6311900 w 6311900"/>
              <a:gd name="connsiteY2" fmla="*/ 6858000 h 6858000"/>
              <a:gd name="connsiteX3" fmla="*/ 0 w 6311900"/>
              <a:gd name="connsiteY3" fmla="*/ 6858000 h 6858000"/>
              <a:gd name="connsiteX4" fmla="*/ 0 w 6311900"/>
              <a:gd name="connsiteY4" fmla="*/ 6857746 h 6858000"/>
              <a:gd name="connsiteX5" fmla="*/ 1668684 w 6311900"/>
              <a:gd name="connsiteY5" fmla="*/ 3429000 h 6858000"/>
              <a:gd name="connsiteX6" fmla="*/ 0 w 6311900"/>
              <a:gd name="connsiteY6" fmla="*/ 25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1900" h="6858000">
                <a:moveTo>
                  <a:pt x="0" y="0"/>
                </a:moveTo>
                <a:lnTo>
                  <a:pt x="6311900" y="0"/>
                </a:lnTo>
                <a:lnTo>
                  <a:pt x="6311900" y="6858000"/>
                </a:lnTo>
                <a:lnTo>
                  <a:pt x="0" y="6858000"/>
                </a:lnTo>
                <a:lnTo>
                  <a:pt x="0" y="6857746"/>
                </a:lnTo>
                <a:lnTo>
                  <a:pt x="1668684" y="3429000"/>
                </a:lnTo>
                <a:lnTo>
                  <a:pt x="0" y="253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551872" y="2205410"/>
            <a:ext cx="5760044" cy="1656000"/>
          </a:xfrm>
        </p:spPr>
        <p:txBody>
          <a:bodyPr anchor="b"/>
          <a:lstStyle>
            <a:lvl1pPr algn="l">
              <a:lnSpc>
                <a:spcPct val="90000"/>
              </a:lnSpc>
              <a:spcBef>
                <a:spcPts val="0"/>
              </a:spcBef>
              <a:defRPr sz="3600" b="1" i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/>
              <a:t>Titel der Präsentation</a:t>
            </a:r>
            <a:br>
              <a:rPr lang="de-DE"/>
            </a:br>
            <a:r>
              <a:rPr lang="de-DE"/>
              <a:t>(in 1-2 Zeilen)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51252" y="4005064"/>
            <a:ext cx="5760648" cy="7200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de-DE"/>
              <a:t>Bereichsbezeichnung</a:t>
            </a:r>
            <a:br>
              <a:rPr lang="de-DE"/>
            </a:br>
            <a:r>
              <a:rPr lang="de-DE"/>
              <a:t>Vorname, Name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52001" y="4869160"/>
            <a:ext cx="5759916" cy="36004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de-DE"/>
              <a:t>Ort, </a:t>
            </a:r>
            <a:r>
              <a:rPr lang="de-DE" err="1"/>
              <a:t>xx.Monat.xxxx</a:t>
            </a:r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4ACD989-A11D-4AB5-95DD-F68E4B010992}"/>
              </a:ext>
            </a:extLst>
          </p:cNvPr>
          <p:cNvSpPr/>
          <p:nvPr userDrawn="1"/>
        </p:nvSpPr>
        <p:spPr bwMode="gray">
          <a:xfrm>
            <a:off x="551872" y="0"/>
            <a:ext cx="1511548" cy="198884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err="1">
              <a:solidFill>
                <a:schemeClr val="tx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06F7083-0A2E-4A6A-876C-75152CF18C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1872" y="129502"/>
            <a:ext cx="1511548" cy="185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6187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7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ein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feil: Chevron 2">
            <a:extLst>
              <a:ext uri="{FF2B5EF4-FFF2-40B4-BE49-F238E27FC236}">
                <a16:creationId xmlns:a16="http://schemas.microsoft.com/office/drawing/2014/main" id="{1CB1665C-FC31-4FE9-BD0B-EE368D0ECF53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407368" y="1233338"/>
            <a:ext cx="129556" cy="324000"/>
          </a:xfrm>
          <a:prstGeom prst="chevron">
            <a:avLst>
              <a:gd name="adj" fmla="val 59939"/>
            </a:avLst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>
              <a:solidFill>
                <a:schemeClr val="bg1"/>
              </a:solidFill>
            </a:endParaRP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2D10AAE-E753-4D86-8315-2C9BB6BF66E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3359150" y="2348880"/>
            <a:ext cx="8424863" cy="3672507"/>
          </a:xfrm>
        </p:spPr>
        <p:txBody>
          <a:bodyPr/>
          <a:lstStyle>
            <a:lvl1pPr marL="540000" indent="-540000" defTabSz="539750">
              <a:spcBef>
                <a:spcPts val="2000"/>
              </a:spcBef>
              <a:spcAft>
                <a:spcPts val="400"/>
              </a:spcAft>
              <a:buFont typeface="+mj-lt"/>
              <a:buNone/>
              <a:tabLst>
                <a:tab pos="6275388" algn="l"/>
                <a:tab pos="8432800" algn="r"/>
              </a:tabLst>
              <a:defRPr sz="2000" b="0">
                <a:solidFill>
                  <a:schemeClr val="tx1"/>
                </a:solidFill>
                <a:latin typeface="+mj-lt"/>
              </a:defRPr>
            </a:lvl1pPr>
            <a:lvl2pPr marL="533400" indent="0" defTabSz="539750">
              <a:spcBef>
                <a:spcPts val="0"/>
              </a:spcBef>
              <a:spcAft>
                <a:spcPts val="0"/>
              </a:spcAft>
              <a:buFont typeface="+mj-lt"/>
              <a:buNone/>
              <a:tabLst>
                <a:tab pos="6103938" algn="l"/>
              </a:tabLst>
              <a:defRPr sz="1400">
                <a:solidFill>
                  <a:schemeClr val="tx1"/>
                </a:solidFill>
              </a:defRPr>
            </a:lvl2pPr>
            <a:lvl3pPr marL="533400" indent="0" defTabSz="539750">
              <a:spcBef>
                <a:spcPts val="0"/>
              </a:spcBef>
              <a:spcAft>
                <a:spcPts val="0"/>
              </a:spcAft>
              <a:buFont typeface="+mj-lt"/>
              <a:buNone/>
              <a:tabLst>
                <a:tab pos="6103938" algn="l"/>
              </a:tabLst>
              <a:defRPr sz="1400">
                <a:solidFill>
                  <a:schemeClr val="tx1"/>
                </a:solidFill>
              </a:defRPr>
            </a:lvl3pPr>
            <a:lvl4pPr marL="533400" indent="0" defTabSz="539750">
              <a:spcBef>
                <a:spcPts val="0"/>
              </a:spcBef>
              <a:spcAft>
                <a:spcPts val="0"/>
              </a:spcAft>
              <a:buFont typeface="+mj-lt"/>
              <a:buNone/>
              <a:tabLst>
                <a:tab pos="6103938" algn="l"/>
              </a:tabLst>
              <a:defRPr sz="1400">
                <a:solidFill>
                  <a:schemeClr val="tx1"/>
                </a:solidFill>
              </a:defRPr>
            </a:lvl4pPr>
            <a:lvl5pPr marL="533400" indent="0" defTabSz="539750">
              <a:spcBef>
                <a:spcPts val="0"/>
              </a:spcBef>
              <a:spcAft>
                <a:spcPts val="0"/>
              </a:spcAft>
              <a:buFont typeface="+mj-lt"/>
              <a:buNone/>
              <a:tabLst>
                <a:tab pos="6103938" algn="l"/>
              </a:tabLst>
              <a:defRPr sz="1400">
                <a:solidFill>
                  <a:schemeClr val="tx1"/>
                </a:solidFill>
              </a:defRPr>
            </a:lvl5pPr>
            <a:lvl6pPr marL="533400" indent="0" defTabSz="539750">
              <a:spcBef>
                <a:spcPts val="0"/>
              </a:spcBef>
              <a:spcAft>
                <a:spcPts val="0"/>
              </a:spcAft>
              <a:buFont typeface="+mj-lt"/>
              <a:buNone/>
              <a:tabLst>
                <a:tab pos="6103938" algn="l"/>
              </a:tabLst>
              <a:defRPr sz="1400">
                <a:solidFill>
                  <a:schemeClr val="tx1"/>
                </a:solidFill>
              </a:defRPr>
            </a:lvl6pPr>
            <a:lvl7pPr marL="533400" indent="0" defTabSz="539750">
              <a:spcBef>
                <a:spcPts val="0"/>
              </a:spcBef>
              <a:spcAft>
                <a:spcPts val="0"/>
              </a:spcAft>
              <a:buFont typeface="+mj-lt"/>
              <a:buNone/>
              <a:tabLst>
                <a:tab pos="6103938" algn="l"/>
              </a:tabLst>
              <a:defRPr sz="1400">
                <a:solidFill>
                  <a:schemeClr val="tx1"/>
                </a:solidFill>
              </a:defRPr>
            </a:lvl7pPr>
            <a:lvl8pPr marL="533400" indent="0" defTabSz="539750">
              <a:spcBef>
                <a:spcPts val="0"/>
              </a:spcBef>
              <a:spcAft>
                <a:spcPts val="0"/>
              </a:spcAft>
              <a:buFont typeface="+mj-lt"/>
              <a:buNone/>
              <a:tabLst>
                <a:tab pos="6103938" algn="l"/>
              </a:tabLst>
              <a:defRPr sz="1400">
                <a:solidFill>
                  <a:schemeClr val="tx1"/>
                </a:solidFill>
              </a:defRPr>
            </a:lvl8pPr>
            <a:lvl9pPr marL="533400" indent="0" defTabSz="539750">
              <a:spcBef>
                <a:spcPts val="0"/>
              </a:spcBef>
              <a:spcAft>
                <a:spcPts val="0"/>
              </a:spcAft>
              <a:buFont typeface="+mj-lt"/>
              <a:buNone/>
              <a:tabLst>
                <a:tab pos="6103938" algn="l"/>
              </a:tabLst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Nutzen Sie die Buttons „Listenebene erhöhen/verringern“ auf dem Register Start, um zwischen den eingerichteten Textebenen zu wechseln. Text durch Klicken bearbeiten.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8" y="6165328"/>
            <a:ext cx="11376000" cy="216000"/>
          </a:xfrm>
          <a:ln>
            <a:solidFill>
              <a:schemeClr val="bg1">
                <a:alpha val="0"/>
              </a:schemeClr>
            </a:solidFill>
          </a:ln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bg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bg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bg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bg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bg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2" name="Titelplatzhalter 1">
            <a:extLst>
              <a:ext uri="{FF2B5EF4-FFF2-40B4-BE49-F238E27FC236}">
                <a16:creationId xmlns:a16="http://schemas.microsoft.com/office/drawing/2014/main" id="{3EBDBE0F-F52C-4A65-BFDE-28D54BBC017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16756" y="1052736"/>
            <a:ext cx="11067257" cy="648072"/>
          </a:xfrm>
          <a:prstGeom prst="rect">
            <a:avLst/>
          </a:prstGeom>
        </p:spPr>
        <p:txBody>
          <a:bodyPr vert="horz" lIns="0" tIns="54000" rIns="0" bIns="0" rtlCol="0" anchor="ctr" anchorCtr="0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ED9C4342-429C-4718-91C2-3FD1BD4A9A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8632" y="404696"/>
            <a:ext cx="11376000" cy="288000"/>
          </a:xfrm>
          <a:ln>
            <a:solidFill>
              <a:schemeClr val="bg1">
                <a:alpha val="0"/>
              </a:schemeClr>
            </a:solidFill>
          </a:ln>
        </p:spPr>
        <p:txBody>
          <a:bodyPr tIns="0" b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D7F6CCC-2667-4912-9F94-E258C8E1B1C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43472" y="6381328"/>
            <a:ext cx="766235" cy="216024"/>
          </a:xfrm>
          <a:prstGeom prst="rect">
            <a:avLst/>
          </a:prstGeom>
        </p:spPr>
        <p:txBody>
          <a:bodyPr/>
          <a:lstStyle/>
          <a:p>
            <a:r>
              <a:rPr lang="de-DE"/>
              <a:t>|  01.03.2021  |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C95B215-5D13-4A67-9CE1-31CD1D906FA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Schwarz Folienbibliothek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6A57A44-22CB-466F-B2B3-6C56344A5C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8CFDFCC3-8B40-4EE5-B231-005F2F1C6A68}" type="slidenum">
              <a:rPr lang="de-DE" smtClean="0"/>
              <a:pPr algn="r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8672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2D10AAE-E753-4D86-8315-2C9BB6BF66E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3359150" y="2348880"/>
            <a:ext cx="8424863" cy="3672507"/>
          </a:xfrm>
        </p:spPr>
        <p:txBody>
          <a:bodyPr numCol="2" spcCol="108000"/>
          <a:lstStyle>
            <a:lvl1pPr marL="540000" indent="-540000" defTabSz="539750">
              <a:spcBef>
                <a:spcPts val="2000"/>
              </a:spcBef>
              <a:spcAft>
                <a:spcPts val="400"/>
              </a:spcAft>
              <a:buFont typeface="+mj-lt"/>
              <a:buNone/>
              <a:tabLst/>
              <a:defRPr sz="2000" b="0">
                <a:solidFill>
                  <a:schemeClr val="tx1"/>
                </a:solidFill>
                <a:latin typeface="+mj-lt"/>
              </a:defRPr>
            </a:lvl1pPr>
            <a:lvl2pPr marL="533400" indent="3175" defTabSz="53340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400">
                <a:solidFill>
                  <a:schemeClr val="tx1"/>
                </a:solidFill>
              </a:defRPr>
            </a:lvl2pPr>
            <a:lvl3pPr marL="533400" indent="3175" defTabSz="53340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400">
                <a:solidFill>
                  <a:schemeClr val="tx1"/>
                </a:solidFill>
              </a:defRPr>
            </a:lvl3pPr>
            <a:lvl4pPr marL="533400" indent="3175" defTabSz="53340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400">
                <a:solidFill>
                  <a:schemeClr val="tx1"/>
                </a:solidFill>
              </a:defRPr>
            </a:lvl4pPr>
            <a:lvl5pPr marL="533400" indent="3175" defTabSz="53340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400">
                <a:solidFill>
                  <a:schemeClr val="tx1"/>
                </a:solidFill>
              </a:defRPr>
            </a:lvl5pPr>
            <a:lvl6pPr marL="533400" indent="3175" defTabSz="53340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400">
                <a:solidFill>
                  <a:schemeClr val="tx1"/>
                </a:solidFill>
              </a:defRPr>
            </a:lvl6pPr>
            <a:lvl7pPr marL="533400" indent="3175" defTabSz="53340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400">
                <a:solidFill>
                  <a:schemeClr val="tx1"/>
                </a:solidFill>
              </a:defRPr>
            </a:lvl7pPr>
            <a:lvl8pPr marL="533400" indent="3175" defTabSz="53340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400">
                <a:solidFill>
                  <a:schemeClr val="tx1"/>
                </a:solidFill>
              </a:defRPr>
            </a:lvl8pPr>
            <a:lvl9pPr marL="533400" indent="3175" defTabSz="53340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Nutzen Sie die Buttons „Listenebene erhöhen/</a:t>
            </a:r>
            <a:br>
              <a:rPr lang="de-DE"/>
            </a:br>
            <a:r>
              <a:rPr lang="de-DE"/>
              <a:t>verringern“ auf dem Register Start, um zwischen den eingerichteten Textebenen zu wechseln. Text durch Klicken bearbeiten.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8" y="6165328"/>
            <a:ext cx="11376000" cy="216000"/>
          </a:xfrm>
          <a:ln>
            <a:solidFill>
              <a:schemeClr val="tx1">
                <a:alpha val="0"/>
              </a:schemeClr>
            </a:solidFill>
          </a:ln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2" name="Titelplatzhalter 1">
            <a:extLst>
              <a:ext uri="{FF2B5EF4-FFF2-40B4-BE49-F238E27FC236}">
                <a16:creationId xmlns:a16="http://schemas.microsoft.com/office/drawing/2014/main" id="{3EBDBE0F-F52C-4A65-BFDE-28D54BBC017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16400" y="1052736"/>
            <a:ext cx="11067613" cy="648072"/>
          </a:xfrm>
          <a:prstGeom prst="rect">
            <a:avLst/>
          </a:prstGeom>
        </p:spPr>
        <p:txBody>
          <a:bodyPr vert="horz" lIns="0" tIns="54000" rIns="0" bIns="0" rtlCol="0" anchor="ctr" anchorCtr="0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ED9C4342-429C-4718-91C2-3FD1BD4A9A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8632" y="404696"/>
            <a:ext cx="11376000" cy="288000"/>
          </a:xfrm>
          <a:ln>
            <a:solidFill>
              <a:schemeClr val="tx1">
                <a:alpha val="0"/>
              </a:schemeClr>
            </a:solidFill>
          </a:ln>
        </p:spPr>
        <p:txBody>
          <a:bodyPr tIns="0" b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53F6CE1-3A9B-4AAB-AE7F-185A4F58A2B9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gray">
          <a:xfrm>
            <a:off x="1343472" y="6381328"/>
            <a:ext cx="766235" cy="216024"/>
          </a:xfrm>
          <a:prstGeom prst="rect">
            <a:avLst/>
          </a:prstGeom>
        </p:spPr>
        <p:txBody>
          <a:bodyPr/>
          <a:lstStyle/>
          <a:p>
            <a:r>
              <a:rPr lang="de-DE"/>
              <a:t>|  01.03.2021  |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96E454-4492-407E-8F8C-2BA1EB5411E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de-DE"/>
              <a:t>Schwarz Folienbibliothek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D5088DF-08B6-4780-8373-7F9E0224DA5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8CFDFCC3-8B40-4EE5-B231-005F2F1C6A6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1" name="Pfeil: Chevron 10">
            <a:extLst>
              <a:ext uri="{FF2B5EF4-FFF2-40B4-BE49-F238E27FC236}">
                <a16:creationId xmlns:a16="http://schemas.microsoft.com/office/drawing/2014/main" id="{5C24773F-BDC0-46FA-982D-8A30742BC53A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407368" y="1233338"/>
            <a:ext cx="129556" cy="324000"/>
          </a:xfrm>
          <a:prstGeom prst="chevron">
            <a:avLst>
              <a:gd name="adj" fmla="val 59939"/>
            </a:avLst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49485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782FAB1B-CF5E-4810-A4B4-F7375FEE8AC9}"/>
              </a:ext>
            </a:extLst>
          </p:cNvPr>
          <p:cNvSpPr/>
          <p:nvPr userDrawn="1"/>
        </p:nvSpPr>
        <p:spPr bwMode="gray">
          <a:xfrm>
            <a:off x="1" y="0"/>
            <a:ext cx="12192000" cy="6858000"/>
          </a:xfrm>
          <a:custGeom>
            <a:avLst/>
            <a:gdLst>
              <a:gd name="connsiteX0" fmla="*/ 108001 w 12084000"/>
              <a:gd name="connsiteY0" fmla="*/ 0 h 6642000"/>
              <a:gd name="connsiteX1" fmla="*/ 12084000 w 12084000"/>
              <a:gd name="connsiteY1" fmla="*/ 0 h 6642000"/>
              <a:gd name="connsiteX2" fmla="*/ 12084000 w 12084000"/>
              <a:gd name="connsiteY2" fmla="*/ 6642000 h 6642000"/>
              <a:gd name="connsiteX3" fmla="*/ 108001 w 12084000"/>
              <a:gd name="connsiteY3" fmla="*/ 6642000 h 6642000"/>
              <a:gd name="connsiteX4" fmla="*/ 0 w 12084000"/>
              <a:gd name="connsiteY4" fmla="*/ 0 h 6642000"/>
              <a:gd name="connsiteX5" fmla="*/ 1 w 12084000"/>
              <a:gd name="connsiteY5" fmla="*/ 0 h 6642000"/>
              <a:gd name="connsiteX6" fmla="*/ 1 w 12084000"/>
              <a:gd name="connsiteY6" fmla="*/ 6642000 h 6642000"/>
              <a:gd name="connsiteX7" fmla="*/ 0 w 12084000"/>
              <a:gd name="connsiteY7" fmla="*/ 6642000 h 6642000"/>
              <a:gd name="connsiteX0" fmla="*/ 108001 w 12084000"/>
              <a:gd name="connsiteY0" fmla="*/ 0 h 6642000"/>
              <a:gd name="connsiteX1" fmla="*/ 12084000 w 12084000"/>
              <a:gd name="connsiteY1" fmla="*/ 0 h 6642000"/>
              <a:gd name="connsiteX2" fmla="*/ 12084000 w 12084000"/>
              <a:gd name="connsiteY2" fmla="*/ 6642000 h 6642000"/>
              <a:gd name="connsiteX3" fmla="*/ 108001 w 12084000"/>
              <a:gd name="connsiteY3" fmla="*/ 6642000 h 6642000"/>
              <a:gd name="connsiteX4" fmla="*/ 108001 w 12084000"/>
              <a:gd name="connsiteY4" fmla="*/ 0 h 6642000"/>
              <a:gd name="connsiteX5" fmla="*/ 0 w 12084000"/>
              <a:gd name="connsiteY5" fmla="*/ 6642000 h 6642000"/>
              <a:gd name="connsiteX6" fmla="*/ 1 w 12084000"/>
              <a:gd name="connsiteY6" fmla="*/ 0 h 6642000"/>
              <a:gd name="connsiteX7" fmla="*/ 1 w 12084000"/>
              <a:gd name="connsiteY7" fmla="*/ 6642000 h 6642000"/>
              <a:gd name="connsiteX8" fmla="*/ 0 w 12084000"/>
              <a:gd name="connsiteY8" fmla="*/ 6642000 h 6642000"/>
              <a:gd name="connsiteX0" fmla="*/ 108001 w 12084000"/>
              <a:gd name="connsiteY0" fmla="*/ 0 h 6642000"/>
              <a:gd name="connsiteX1" fmla="*/ 12084000 w 12084000"/>
              <a:gd name="connsiteY1" fmla="*/ 0 h 6642000"/>
              <a:gd name="connsiteX2" fmla="*/ 12084000 w 12084000"/>
              <a:gd name="connsiteY2" fmla="*/ 6642000 h 6642000"/>
              <a:gd name="connsiteX3" fmla="*/ 108001 w 12084000"/>
              <a:gd name="connsiteY3" fmla="*/ 6642000 h 6642000"/>
              <a:gd name="connsiteX4" fmla="*/ 108001 w 12084000"/>
              <a:gd name="connsiteY4" fmla="*/ 0 h 6642000"/>
              <a:gd name="connsiteX5" fmla="*/ 0 w 12084000"/>
              <a:gd name="connsiteY5" fmla="*/ 6642000 h 6642000"/>
              <a:gd name="connsiteX6" fmla="*/ 1 w 12084000"/>
              <a:gd name="connsiteY6" fmla="*/ 6642000 h 6642000"/>
              <a:gd name="connsiteX7" fmla="*/ 0 w 12084000"/>
              <a:gd name="connsiteY7" fmla="*/ 6642000 h 6642000"/>
              <a:gd name="connsiteX0" fmla="*/ 0 w 11975999"/>
              <a:gd name="connsiteY0" fmla="*/ 0 h 6642000"/>
              <a:gd name="connsiteX1" fmla="*/ 11975999 w 11975999"/>
              <a:gd name="connsiteY1" fmla="*/ 0 h 6642000"/>
              <a:gd name="connsiteX2" fmla="*/ 11975999 w 11975999"/>
              <a:gd name="connsiteY2" fmla="*/ 6642000 h 6642000"/>
              <a:gd name="connsiteX3" fmla="*/ 0 w 11975999"/>
              <a:gd name="connsiteY3" fmla="*/ 6642000 h 6642000"/>
              <a:gd name="connsiteX4" fmla="*/ 0 w 11975999"/>
              <a:gd name="connsiteY4" fmla="*/ 0 h 664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75999" h="6642000">
                <a:moveTo>
                  <a:pt x="0" y="0"/>
                </a:moveTo>
                <a:lnTo>
                  <a:pt x="11975999" y="0"/>
                </a:lnTo>
                <a:lnTo>
                  <a:pt x="11975999" y="6642000"/>
                </a:lnTo>
                <a:lnTo>
                  <a:pt x="0" y="6642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551384" y="2996752"/>
            <a:ext cx="11232629" cy="1441374"/>
          </a:xfrm>
        </p:spPr>
        <p:txBody>
          <a:bodyPr anchor="b"/>
          <a:lstStyle>
            <a:lvl1pPr algn="l">
              <a:lnSpc>
                <a:spcPct val="90000"/>
              </a:lnSpc>
              <a:spcBef>
                <a:spcPts val="0"/>
              </a:spcBef>
              <a:defRPr sz="4800" b="1" i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/>
              <a:t>Aktuelles Kapitel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51384" y="4580928"/>
            <a:ext cx="11232629" cy="144036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33400" algn="l"/>
              </a:tabLst>
              <a:defRPr sz="2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33400" algn="l"/>
              </a:tabLst>
              <a:defRPr sz="2000" b="0" i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33400" algn="l"/>
              </a:tabLst>
              <a:defRPr sz="2000" b="0" i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33400" algn="l"/>
              </a:tabLst>
              <a:defRPr sz="2000" b="0" i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33400" algn="l"/>
              </a:tabLst>
              <a:defRPr sz="2000" b="0" i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33400" algn="l"/>
              </a:tabLst>
              <a:defRPr sz="2000" b="0" i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33400" algn="l"/>
              </a:tabLst>
              <a:defRPr sz="2000" b="0" i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33400" algn="l"/>
              </a:tabLst>
              <a:defRPr sz="2000" b="0" i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33400" algn="l"/>
              </a:tabLst>
              <a:defRPr sz="2000" b="0" i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e-DE"/>
              <a:t>Optionale Einführung in das Kapitel</a:t>
            </a:r>
            <a:br>
              <a:rPr lang="de-DE"/>
            </a:br>
            <a:r>
              <a:rPr lang="de-DE"/>
              <a:t>(in 1-2 Zeilen)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4AA521D0-3978-41EF-8B4B-0C46A2F895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51384" y="0"/>
            <a:ext cx="2390125" cy="2578922"/>
          </a:xfrm>
          <a:custGeom>
            <a:avLst/>
            <a:gdLst>
              <a:gd name="connsiteX0" fmla="*/ 0 w 2390125"/>
              <a:gd name="connsiteY0" fmla="*/ 0 h 2528916"/>
              <a:gd name="connsiteX1" fmla="*/ 2390125 w 2390125"/>
              <a:gd name="connsiteY1" fmla="*/ 0 h 2528916"/>
              <a:gd name="connsiteX2" fmla="*/ 2390125 w 2390125"/>
              <a:gd name="connsiteY2" fmla="*/ 1994436 h 2528916"/>
              <a:gd name="connsiteX3" fmla="*/ 1195062 w 2390125"/>
              <a:gd name="connsiteY3" fmla="*/ 2528916 h 2528916"/>
              <a:gd name="connsiteX4" fmla="*/ 0 w 2390125"/>
              <a:gd name="connsiteY4" fmla="*/ 1994436 h 2528916"/>
              <a:gd name="connsiteX0" fmla="*/ 0 w 2390125"/>
              <a:gd name="connsiteY0" fmla="*/ 0 h 2578922"/>
              <a:gd name="connsiteX1" fmla="*/ 2390125 w 2390125"/>
              <a:gd name="connsiteY1" fmla="*/ 0 h 2578922"/>
              <a:gd name="connsiteX2" fmla="*/ 2390125 w 2390125"/>
              <a:gd name="connsiteY2" fmla="*/ 1994436 h 2578922"/>
              <a:gd name="connsiteX3" fmla="*/ 1195062 w 2390125"/>
              <a:gd name="connsiteY3" fmla="*/ 2578922 h 2578922"/>
              <a:gd name="connsiteX4" fmla="*/ 0 w 2390125"/>
              <a:gd name="connsiteY4" fmla="*/ 1994436 h 2578922"/>
              <a:gd name="connsiteX5" fmla="*/ 0 w 2390125"/>
              <a:gd name="connsiteY5" fmla="*/ 0 h 2578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90125" h="2578922">
                <a:moveTo>
                  <a:pt x="0" y="0"/>
                </a:moveTo>
                <a:lnTo>
                  <a:pt x="2390125" y="0"/>
                </a:lnTo>
                <a:lnTo>
                  <a:pt x="2390125" y="1994436"/>
                </a:lnTo>
                <a:lnTo>
                  <a:pt x="1195062" y="2578922"/>
                </a:lnTo>
                <a:lnTo>
                  <a:pt x="0" y="199443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0" tIns="0" rIns="0" bIns="288000" rtlCol="0" anchor="ctr" anchorCtr="0">
            <a:noAutofit/>
          </a:bodyPr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lang="de-DE" sz="11000" dirty="0">
                <a:solidFill>
                  <a:schemeClr val="bg1"/>
                </a:solidFill>
              </a:defRPr>
            </a:lvl1pPr>
            <a:lvl2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1000" b="1">
                <a:solidFill>
                  <a:schemeClr val="bg1"/>
                </a:solidFill>
                <a:latin typeface="+mj-lt"/>
              </a:defRPr>
            </a:lvl2pPr>
            <a:lvl3pPr marL="0" indent="0" algn="ctr">
              <a:spcAft>
                <a:spcPts val="0"/>
              </a:spcAft>
              <a:buNone/>
              <a:defRPr sz="11000" b="1">
                <a:solidFill>
                  <a:schemeClr val="bg1"/>
                </a:solidFill>
                <a:latin typeface="+mj-lt"/>
              </a:defRPr>
            </a:lvl3pPr>
            <a:lvl4pPr marL="0" indent="0" algn="ctr">
              <a:spcAft>
                <a:spcPts val="0"/>
              </a:spcAft>
              <a:buNone/>
              <a:defRPr sz="11000" b="1">
                <a:solidFill>
                  <a:schemeClr val="bg1"/>
                </a:solidFill>
                <a:latin typeface="+mj-lt"/>
              </a:defRPr>
            </a:lvl4pPr>
            <a:lvl5pPr marL="0" indent="0" algn="ctr">
              <a:spcAft>
                <a:spcPts val="0"/>
              </a:spcAft>
              <a:buNone/>
              <a:defRPr sz="11000" b="1">
                <a:solidFill>
                  <a:schemeClr val="bg1"/>
                </a:solidFill>
                <a:latin typeface="+mj-lt"/>
              </a:defRPr>
            </a:lvl5pPr>
            <a:lvl6pPr marL="0" indent="0" algn="ctr">
              <a:spcAft>
                <a:spcPts val="0"/>
              </a:spcAft>
              <a:buNone/>
              <a:defRPr sz="11000" b="1">
                <a:solidFill>
                  <a:schemeClr val="bg1"/>
                </a:solidFill>
                <a:latin typeface="+mj-lt"/>
              </a:defRPr>
            </a:lvl6pPr>
            <a:lvl7pPr marL="0" indent="0" algn="ctr">
              <a:spcAft>
                <a:spcPts val="0"/>
              </a:spcAft>
              <a:buNone/>
              <a:defRPr sz="11000" b="1">
                <a:solidFill>
                  <a:schemeClr val="bg1"/>
                </a:solidFill>
                <a:latin typeface="+mj-lt"/>
              </a:defRPr>
            </a:lvl7pPr>
            <a:lvl8pPr marL="0" indent="0" algn="ctr">
              <a:spcAft>
                <a:spcPts val="0"/>
              </a:spcAft>
              <a:buNone/>
              <a:defRPr sz="11000" b="1">
                <a:solidFill>
                  <a:schemeClr val="bg1"/>
                </a:solidFill>
                <a:latin typeface="+mj-lt"/>
              </a:defRPr>
            </a:lvl8pPr>
            <a:lvl9pPr marL="0" indent="0" algn="ctr">
              <a:spcAft>
                <a:spcPts val="0"/>
              </a:spcAft>
              <a:buNone/>
              <a:defRPr sz="11000" b="1">
                <a:solidFill>
                  <a:schemeClr val="bg1"/>
                </a:solidFill>
                <a:latin typeface="+mj-lt"/>
              </a:defRPr>
            </a:lvl9pPr>
          </a:lstStyle>
          <a:p>
            <a:pPr lvl="0" algn="ctr">
              <a:spcAft>
                <a:spcPts val="0"/>
              </a:spcAft>
            </a:pPr>
            <a:r>
              <a:rPr lang="de-DE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8054896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7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782FAB1B-CF5E-4810-A4B4-F7375FEE8AC9}"/>
              </a:ext>
            </a:extLst>
          </p:cNvPr>
          <p:cNvSpPr/>
          <p:nvPr userDrawn="1"/>
        </p:nvSpPr>
        <p:spPr bwMode="gray">
          <a:xfrm>
            <a:off x="1" y="0"/>
            <a:ext cx="12191999" cy="6858000"/>
          </a:xfrm>
          <a:custGeom>
            <a:avLst/>
            <a:gdLst>
              <a:gd name="connsiteX0" fmla="*/ 108001 w 12084000"/>
              <a:gd name="connsiteY0" fmla="*/ 0 h 6642000"/>
              <a:gd name="connsiteX1" fmla="*/ 12084000 w 12084000"/>
              <a:gd name="connsiteY1" fmla="*/ 0 h 6642000"/>
              <a:gd name="connsiteX2" fmla="*/ 12084000 w 12084000"/>
              <a:gd name="connsiteY2" fmla="*/ 6642000 h 6642000"/>
              <a:gd name="connsiteX3" fmla="*/ 108001 w 12084000"/>
              <a:gd name="connsiteY3" fmla="*/ 6642000 h 6642000"/>
              <a:gd name="connsiteX4" fmla="*/ 0 w 12084000"/>
              <a:gd name="connsiteY4" fmla="*/ 0 h 6642000"/>
              <a:gd name="connsiteX5" fmla="*/ 1 w 12084000"/>
              <a:gd name="connsiteY5" fmla="*/ 0 h 6642000"/>
              <a:gd name="connsiteX6" fmla="*/ 1 w 12084000"/>
              <a:gd name="connsiteY6" fmla="*/ 6642000 h 6642000"/>
              <a:gd name="connsiteX7" fmla="*/ 0 w 12084000"/>
              <a:gd name="connsiteY7" fmla="*/ 6642000 h 6642000"/>
              <a:gd name="connsiteX0" fmla="*/ 108001 w 12084000"/>
              <a:gd name="connsiteY0" fmla="*/ 0 h 6642000"/>
              <a:gd name="connsiteX1" fmla="*/ 12084000 w 12084000"/>
              <a:gd name="connsiteY1" fmla="*/ 0 h 6642000"/>
              <a:gd name="connsiteX2" fmla="*/ 12084000 w 12084000"/>
              <a:gd name="connsiteY2" fmla="*/ 6642000 h 6642000"/>
              <a:gd name="connsiteX3" fmla="*/ 108001 w 12084000"/>
              <a:gd name="connsiteY3" fmla="*/ 6642000 h 6642000"/>
              <a:gd name="connsiteX4" fmla="*/ 108001 w 12084000"/>
              <a:gd name="connsiteY4" fmla="*/ 0 h 6642000"/>
              <a:gd name="connsiteX5" fmla="*/ 0 w 12084000"/>
              <a:gd name="connsiteY5" fmla="*/ 6642000 h 6642000"/>
              <a:gd name="connsiteX6" fmla="*/ 1 w 12084000"/>
              <a:gd name="connsiteY6" fmla="*/ 0 h 6642000"/>
              <a:gd name="connsiteX7" fmla="*/ 1 w 12084000"/>
              <a:gd name="connsiteY7" fmla="*/ 6642000 h 6642000"/>
              <a:gd name="connsiteX8" fmla="*/ 0 w 12084000"/>
              <a:gd name="connsiteY8" fmla="*/ 6642000 h 6642000"/>
              <a:gd name="connsiteX0" fmla="*/ 108001 w 12084000"/>
              <a:gd name="connsiteY0" fmla="*/ 0 h 6642000"/>
              <a:gd name="connsiteX1" fmla="*/ 12084000 w 12084000"/>
              <a:gd name="connsiteY1" fmla="*/ 0 h 6642000"/>
              <a:gd name="connsiteX2" fmla="*/ 12084000 w 12084000"/>
              <a:gd name="connsiteY2" fmla="*/ 6642000 h 6642000"/>
              <a:gd name="connsiteX3" fmla="*/ 108001 w 12084000"/>
              <a:gd name="connsiteY3" fmla="*/ 6642000 h 6642000"/>
              <a:gd name="connsiteX4" fmla="*/ 108001 w 12084000"/>
              <a:gd name="connsiteY4" fmla="*/ 0 h 6642000"/>
              <a:gd name="connsiteX5" fmla="*/ 0 w 12084000"/>
              <a:gd name="connsiteY5" fmla="*/ 6642000 h 6642000"/>
              <a:gd name="connsiteX6" fmla="*/ 1 w 12084000"/>
              <a:gd name="connsiteY6" fmla="*/ 6642000 h 6642000"/>
              <a:gd name="connsiteX7" fmla="*/ 0 w 12084000"/>
              <a:gd name="connsiteY7" fmla="*/ 6642000 h 6642000"/>
              <a:gd name="connsiteX0" fmla="*/ 0 w 11975999"/>
              <a:gd name="connsiteY0" fmla="*/ 0 h 6642000"/>
              <a:gd name="connsiteX1" fmla="*/ 11975999 w 11975999"/>
              <a:gd name="connsiteY1" fmla="*/ 0 h 6642000"/>
              <a:gd name="connsiteX2" fmla="*/ 11975999 w 11975999"/>
              <a:gd name="connsiteY2" fmla="*/ 6642000 h 6642000"/>
              <a:gd name="connsiteX3" fmla="*/ 0 w 11975999"/>
              <a:gd name="connsiteY3" fmla="*/ 6642000 h 6642000"/>
              <a:gd name="connsiteX4" fmla="*/ 0 w 11975999"/>
              <a:gd name="connsiteY4" fmla="*/ 0 h 664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75999" h="6642000">
                <a:moveTo>
                  <a:pt x="0" y="0"/>
                </a:moveTo>
                <a:lnTo>
                  <a:pt x="11975999" y="0"/>
                </a:lnTo>
                <a:lnTo>
                  <a:pt x="11975999" y="6642000"/>
                </a:lnTo>
                <a:lnTo>
                  <a:pt x="0" y="6642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62EF2F3-AE5D-4BD1-B244-0252E5F5621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312024" y="0"/>
            <a:ext cx="5879976" cy="6858000"/>
          </a:xfrm>
          <a:solidFill>
            <a:schemeClr val="tx2"/>
          </a:solidFill>
        </p:spPr>
        <p:txBody>
          <a:bodyPr tIns="0" bIns="864000" anchor="ctr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551385" y="2997200"/>
            <a:ext cx="5328592" cy="1441026"/>
          </a:xfrm>
        </p:spPr>
        <p:txBody>
          <a:bodyPr anchor="b"/>
          <a:lstStyle>
            <a:lvl1pPr algn="l">
              <a:lnSpc>
                <a:spcPct val="90000"/>
              </a:lnSpc>
              <a:spcBef>
                <a:spcPts val="0"/>
              </a:spcBef>
              <a:defRPr sz="4000" b="1" i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/>
              <a:t>Aktuelles Kapitel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51385" y="4581028"/>
            <a:ext cx="5328592" cy="144036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33400" algn="l"/>
              </a:tabLst>
              <a:defRPr sz="2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33400" algn="l"/>
              </a:tabLst>
              <a:defRPr sz="2000" b="0" i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33400" algn="l"/>
              </a:tabLst>
              <a:defRPr sz="2000" b="0" i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33400" algn="l"/>
              </a:tabLst>
              <a:defRPr sz="2000" b="0" i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33400" algn="l"/>
              </a:tabLst>
              <a:defRPr sz="2000" b="0" i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33400" algn="l"/>
              </a:tabLst>
              <a:defRPr sz="2000" b="0" i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33400" algn="l"/>
              </a:tabLst>
              <a:defRPr sz="2000" b="0" i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33400" algn="l"/>
              </a:tabLst>
              <a:defRPr sz="2000" b="0" i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33400" algn="l"/>
              </a:tabLst>
              <a:defRPr sz="2000" b="0" i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e-DE"/>
              <a:t>Optionale Einführung in das Kapitel</a:t>
            </a:r>
            <a:br>
              <a:rPr lang="de-DE"/>
            </a:br>
            <a:r>
              <a:rPr lang="de-DE"/>
              <a:t>(in 1-2 Zeilen)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4AA521D0-3978-41EF-8B4B-0C46A2F895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51384" y="0"/>
            <a:ext cx="2390125" cy="2579716"/>
          </a:xfrm>
          <a:custGeom>
            <a:avLst/>
            <a:gdLst>
              <a:gd name="connsiteX0" fmla="*/ 0 w 2390125"/>
              <a:gd name="connsiteY0" fmla="*/ 0 h 2528916"/>
              <a:gd name="connsiteX1" fmla="*/ 2390125 w 2390125"/>
              <a:gd name="connsiteY1" fmla="*/ 0 h 2528916"/>
              <a:gd name="connsiteX2" fmla="*/ 2390125 w 2390125"/>
              <a:gd name="connsiteY2" fmla="*/ 1994436 h 2528916"/>
              <a:gd name="connsiteX3" fmla="*/ 1195062 w 2390125"/>
              <a:gd name="connsiteY3" fmla="*/ 2528916 h 2528916"/>
              <a:gd name="connsiteX4" fmla="*/ 0 w 2390125"/>
              <a:gd name="connsiteY4" fmla="*/ 1994436 h 2528916"/>
              <a:gd name="connsiteX0" fmla="*/ 0 w 2390125"/>
              <a:gd name="connsiteY0" fmla="*/ 0 h 2579716"/>
              <a:gd name="connsiteX1" fmla="*/ 2390125 w 2390125"/>
              <a:gd name="connsiteY1" fmla="*/ 0 h 2579716"/>
              <a:gd name="connsiteX2" fmla="*/ 2390125 w 2390125"/>
              <a:gd name="connsiteY2" fmla="*/ 1994436 h 2579716"/>
              <a:gd name="connsiteX3" fmla="*/ 1191887 w 2390125"/>
              <a:gd name="connsiteY3" fmla="*/ 2579716 h 2579716"/>
              <a:gd name="connsiteX4" fmla="*/ 0 w 2390125"/>
              <a:gd name="connsiteY4" fmla="*/ 1994436 h 2579716"/>
              <a:gd name="connsiteX5" fmla="*/ 0 w 2390125"/>
              <a:gd name="connsiteY5" fmla="*/ 0 h 257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90125" h="2579716">
                <a:moveTo>
                  <a:pt x="0" y="0"/>
                </a:moveTo>
                <a:lnTo>
                  <a:pt x="2390125" y="0"/>
                </a:lnTo>
                <a:lnTo>
                  <a:pt x="2390125" y="1994436"/>
                </a:lnTo>
                <a:lnTo>
                  <a:pt x="1191887" y="2579716"/>
                </a:lnTo>
                <a:lnTo>
                  <a:pt x="0" y="199443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0" tIns="0" rIns="0" bIns="288000" rtlCol="0" anchor="ctr" anchorCtr="0">
            <a:noAutofit/>
          </a:bodyPr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lang="de-DE" sz="11000" dirty="0">
                <a:solidFill>
                  <a:schemeClr val="bg1"/>
                </a:solidFill>
              </a:defRPr>
            </a:lvl1pPr>
            <a:lvl2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1000" b="1">
                <a:solidFill>
                  <a:schemeClr val="bg1"/>
                </a:solidFill>
                <a:latin typeface="+mj-lt"/>
              </a:defRPr>
            </a:lvl2pPr>
            <a:lvl3pPr marL="0" indent="0" algn="ctr">
              <a:spcAft>
                <a:spcPts val="0"/>
              </a:spcAft>
              <a:buNone/>
              <a:defRPr sz="11000" b="1">
                <a:solidFill>
                  <a:schemeClr val="bg1"/>
                </a:solidFill>
                <a:latin typeface="+mj-lt"/>
              </a:defRPr>
            </a:lvl3pPr>
            <a:lvl4pPr marL="0" indent="0" algn="ctr">
              <a:spcAft>
                <a:spcPts val="0"/>
              </a:spcAft>
              <a:buNone/>
              <a:defRPr sz="11000" b="1">
                <a:solidFill>
                  <a:schemeClr val="bg1"/>
                </a:solidFill>
                <a:latin typeface="+mj-lt"/>
              </a:defRPr>
            </a:lvl4pPr>
            <a:lvl5pPr marL="0" indent="0" algn="ctr">
              <a:spcAft>
                <a:spcPts val="0"/>
              </a:spcAft>
              <a:buNone/>
              <a:defRPr sz="11000" b="1">
                <a:solidFill>
                  <a:schemeClr val="bg1"/>
                </a:solidFill>
                <a:latin typeface="+mj-lt"/>
              </a:defRPr>
            </a:lvl5pPr>
            <a:lvl6pPr marL="0" indent="0" algn="ctr">
              <a:spcAft>
                <a:spcPts val="0"/>
              </a:spcAft>
              <a:buNone/>
              <a:defRPr sz="11000" b="1">
                <a:solidFill>
                  <a:schemeClr val="bg1"/>
                </a:solidFill>
                <a:latin typeface="+mj-lt"/>
              </a:defRPr>
            </a:lvl6pPr>
            <a:lvl7pPr marL="0" indent="0" algn="ctr">
              <a:spcAft>
                <a:spcPts val="0"/>
              </a:spcAft>
              <a:buNone/>
              <a:defRPr sz="11000" b="1">
                <a:solidFill>
                  <a:schemeClr val="bg1"/>
                </a:solidFill>
                <a:latin typeface="+mj-lt"/>
              </a:defRPr>
            </a:lvl7pPr>
            <a:lvl8pPr marL="0" indent="0" algn="ctr">
              <a:spcAft>
                <a:spcPts val="0"/>
              </a:spcAft>
              <a:buNone/>
              <a:defRPr sz="11000" b="1">
                <a:solidFill>
                  <a:schemeClr val="bg1"/>
                </a:solidFill>
                <a:latin typeface="+mj-lt"/>
              </a:defRPr>
            </a:lvl8pPr>
            <a:lvl9pPr marL="0" indent="0" algn="ctr">
              <a:spcAft>
                <a:spcPts val="0"/>
              </a:spcAft>
              <a:buNone/>
              <a:defRPr sz="11000" b="1">
                <a:solidFill>
                  <a:schemeClr val="bg1"/>
                </a:solidFill>
                <a:latin typeface="+mj-lt"/>
              </a:defRPr>
            </a:lvl9pPr>
          </a:lstStyle>
          <a:p>
            <a:pPr lvl="0" algn="ctr">
              <a:spcAft>
                <a:spcPts val="0"/>
              </a:spcAft>
            </a:pPr>
            <a:r>
              <a:rPr lang="de-DE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058882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7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mit Bild (dunke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62EF2F3-AE5D-4BD1-B244-0252E5F5621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1" y="0"/>
            <a:ext cx="12192000" cy="6858000"/>
          </a:xfrm>
          <a:solidFill>
            <a:schemeClr val="tx2"/>
          </a:solidFill>
        </p:spPr>
        <p:txBody>
          <a:bodyPr tIns="0" bIns="864000" anchor="ctr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551384" y="2997200"/>
            <a:ext cx="5472113" cy="1441026"/>
          </a:xfrm>
        </p:spPr>
        <p:txBody>
          <a:bodyPr anchor="b"/>
          <a:lstStyle>
            <a:lvl1pPr algn="l">
              <a:lnSpc>
                <a:spcPct val="90000"/>
              </a:lnSpc>
              <a:spcBef>
                <a:spcPts val="0"/>
              </a:spcBef>
              <a:defRPr sz="40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Aktuelles Kapitel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54378" y="4581028"/>
            <a:ext cx="5468598" cy="144036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33400" algn="l"/>
              </a:tabLst>
              <a:defRPr sz="20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33400" algn="l"/>
              </a:tabLst>
              <a:defRPr sz="2000" b="0" i="0">
                <a:solidFill>
                  <a:schemeClr val="bg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33400" algn="l"/>
              </a:tabLst>
              <a:defRPr sz="2000" b="0" i="0">
                <a:solidFill>
                  <a:schemeClr val="bg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33400" algn="l"/>
              </a:tabLst>
              <a:defRPr sz="2000" b="0" i="0">
                <a:solidFill>
                  <a:schemeClr val="bg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33400" algn="l"/>
              </a:tabLst>
              <a:defRPr sz="2000" b="0" i="0">
                <a:solidFill>
                  <a:schemeClr val="bg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33400" algn="l"/>
              </a:tabLst>
              <a:defRPr sz="2000" b="0" i="0">
                <a:solidFill>
                  <a:schemeClr val="bg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33400" algn="l"/>
              </a:tabLst>
              <a:defRPr sz="2000" b="0" i="0">
                <a:solidFill>
                  <a:schemeClr val="bg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33400" algn="l"/>
              </a:tabLst>
              <a:defRPr sz="2000" b="0" i="0">
                <a:solidFill>
                  <a:schemeClr val="bg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33400" algn="l"/>
              </a:tabLst>
              <a:defRPr sz="2000" b="0" i="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de-DE"/>
              <a:t>Optionale Einführung in das Kapitel </a:t>
            </a:r>
            <a:br>
              <a:rPr lang="de-DE"/>
            </a:br>
            <a:r>
              <a:rPr lang="de-DE"/>
              <a:t>(in 1-2 Zeilen)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C7DFF6D-4724-4D30-9625-E3982F168F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51384" y="0"/>
            <a:ext cx="2390125" cy="2579716"/>
          </a:xfrm>
          <a:custGeom>
            <a:avLst/>
            <a:gdLst>
              <a:gd name="connsiteX0" fmla="*/ 0 w 2390125"/>
              <a:gd name="connsiteY0" fmla="*/ 0 h 2528916"/>
              <a:gd name="connsiteX1" fmla="*/ 2390125 w 2390125"/>
              <a:gd name="connsiteY1" fmla="*/ 0 h 2528916"/>
              <a:gd name="connsiteX2" fmla="*/ 2390125 w 2390125"/>
              <a:gd name="connsiteY2" fmla="*/ 1994436 h 2528916"/>
              <a:gd name="connsiteX3" fmla="*/ 1195062 w 2390125"/>
              <a:gd name="connsiteY3" fmla="*/ 2528916 h 2528916"/>
              <a:gd name="connsiteX4" fmla="*/ 0 w 2390125"/>
              <a:gd name="connsiteY4" fmla="*/ 1994436 h 2528916"/>
              <a:gd name="connsiteX0" fmla="*/ 0 w 2390125"/>
              <a:gd name="connsiteY0" fmla="*/ 0 h 2579716"/>
              <a:gd name="connsiteX1" fmla="*/ 2390125 w 2390125"/>
              <a:gd name="connsiteY1" fmla="*/ 0 h 2579716"/>
              <a:gd name="connsiteX2" fmla="*/ 2390125 w 2390125"/>
              <a:gd name="connsiteY2" fmla="*/ 1994436 h 2579716"/>
              <a:gd name="connsiteX3" fmla="*/ 1195062 w 2390125"/>
              <a:gd name="connsiteY3" fmla="*/ 2579716 h 2579716"/>
              <a:gd name="connsiteX4" fmla="*/ 0 w 2390125"/>
              <a:gd name="connsiteY4" fmla="*/ 1994436 h 2579716"/>
              <a:gd name="connsiteX5" fmla="*/ 0 w 2390125"/>
              <a:gd name="connsiteY5" fmla="*/ 0 h 257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90125" h="2579716">
                <a:moveTo>
                  <a:pt x="0" y="0"/>
                </a:moveTo>
                <a:lnTo>
                  <a:pt x="2390125" y="0"/>
                </a:lnTo>
                <a:lnTo>
                  <a:pt x="2390125" y="1994436"/>
                </a:lnTo>
                <a:lnTo>
                  <a:pt x="1195062" y="2579716"/>
                </a:lnTo>
                <a:lnTo>
                  <a:pt x="0" y="199443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0" tIns="0" rIns="0" bIns="288000" rtlCol="0" anchor="ctr" anchorCtr="0">
            <a:noAutofit/>
          </a:bodyPr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lang="de-DE" sz="11000" dirty="0">
                <a:solidFill>
                  <a:schemeClr val="bg1"/>
                </a:solidFill>
              </a:defRPr>
            </a:lvl1pPr>
            <a:lvl2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1000" b="1">
                <a:solidFill>
                  <a:schemeClr val="bg1"/>
                </a:solidFill>
                <a:latin typeface="+mj-lt"/>
              </a:defRPr>
            </a:lvl2pPr>
            <a:lvl3pPr marL="0" indent="0" algn="ctr">
              <a:spcAft>
                <a:spcPts val="0"/>
              </a:spcAft>
              <a:buNone/>
              <a:defRPr sz="11000" b="1">
                <a:solidFill>
                  <a:schemeClr val="bg1"/>
                </a:solidFill>
                <a:latin typeface="+mj-lt"/>
              </a:defRPr>
            </a:lvl3pPr>
            <a:lvl4pPr marL="0" indent="0" algn="ctr">
              <a:spcAft>
                <a:spcPts val="0"/>
              </a:spcAft>
              <a:buNone/>
              <a:defRPr sz="11000" b="1">
                <a:solidFill>
                  <a:schemeClr val="bg1"/>
                </a:solidFill>
                <a:latin typeface="+mj-lt"/>
              </a:defRPr>
            </a:lvl4pPr>
            <a:lvl5pPr marL="0" indent="0" algn="ctr">
              <a:spcAft>
                <a:spcPts val="0"/>
              </a:spcAft>
              <a:buNone/>
              <a:defRPr sz="11000" b="1">
                <a:solidFill>
                  <a:schemeClr val="bg1"/>
                </a:solidFill>
                <a:latin typeface="+mj-lt"/>
              </a:defRPr>
            </a:lvl5pPr>
            <a:lvl6pPr marL="0" indent="0" algn="ctr">
              <a:spcAft>
                <a:spcPts val="0"/>
              </a:spcAft>
              <a:buNone/>
              <a:defRPr sz="11000" b="1">
                <a:solidFill>
                  <a:schemeClr val="bg1"/>
                </a:solidFill>
                <a:latin typeface="+mj-lt"/>
              </a:defRPr>
            </a:lvl6pPr>
            <a:lvl7pPr marL="0" indent="0" algn="ctr">
              <a:spcAft>
                <a:spcPts val="0"/>
              </a:spcAft>
              <a:buNone/>
              <a:defRPr sz="11000" b="1">
                <a:solidFill>
                  <a:schemeClr val="bg1"/>
                </a:solidFill>
                <a:latin typeface="+mj-lt"/>
              </a:defRPr>
            </a:lvl7pPr>
            <a:lvl8pPr marL="0" indent="0" algn="ctr">
              <a:spcAft>
                <a:spcPts val="0"/>
              </a:spcAft>
              <a:buNone/>
              <a:defRPr sz="11000" b="1">
                <a:solidFill>
                  <a:schemeClr val="bg1"/>
                </a:solidFill>
                <a:latin typeface="+mj-lt"/>
              </a:defRPr>
            </a:lvl8pPr>
            <a:lvl9pPr marL="0" indent="0" algn="ctr">
              <a:spcAft>
                <a:spcPts val="0"/>
              </a:spcAft>
              <a:buNone/>
              <a:defRPr sz="11000" b="1">
                <a:solidFill>
                  <a:schemeClr val="bg1"/>
                </a:solidFill>
                <a:latin typeface="+mj-lt"/>
              </a:defRPr>
            </a:lvl9pPr>
          </a:lstStyle>
          <a:p>
            <a:pPr lvl="0" algn="ctr">
              <a:spcAft>
                <a:spcPts val="0"/>
              </a:spcAft>
            </a:pPr>
            <a:r>
              <a:rPr lang="de-DE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595560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7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mit Bild (he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62EF2F3-AE5D-4BD1-B244-0252E5F5621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1" y="0"/>
            <a:ext cx="12191999" cy="6858000"/>
          </a:xfrm>
          <a:solidFill>
            <a:schemeClr val="bg2"/>
          </a:solidFill>
        </p:spPr>
        <p:txBody>
          <a:bodyPr tIns="0" bIns="864000" anchor="ctr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551384" y="2997200"/>
            <a:ext cx="5472113" cy="1441026"/>
          </a:xfrm>
        </p:spPr>
        <p:txBody>
          <a:bodyPr anchor="b"/>
          <a:lstStyle>
            <a:lvl1pPr algn="l">
              <a:lnSpc>
                <a:spcPct val="90000"/>
              </a:lnSpc>
              <a:spcBef>
                <a:spcPts val="0"/>
              </a:spcBef>
              <a:defRPr sz="4000" b="1" i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/>
              <a:t>Aktuelles Kapitel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54899" y="4581028"/>
            <a:ext cx="5468598" cy="144036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33400" algn="l"/>
              </a:tabLst>
              <a:defRPr sz="2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33400" algn="l"/>
              </a:tabLst>
              <a:defRPr sz="2000" b="0" i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33400" algn="l"/>
              </a:tabLst>
              <a:defRPr sz="2000" b="0" i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33400" algn="l"/>
              </a:tabLst>
              <a:defRPr sz="2000" b="0" i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33400" algn="l"/>
              </a:tabLst>
              <a:defRPr sz="2000" b="0" i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33400" algn="l"/>
              </a:tabLst>
              <a:defRPr sz="2000" b="0" i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33400" algn="l"/>
              </a:tabLst>
              <a:defRPr sz="2000" b="0" i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33400" algn="l"/>
              </a:tabLst>
              <a:defRPr sz="2000" b="0" i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33400" algn="l"/>
              </a:tabLst>
              <a:defRPr sz="2000" b="0" i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e-DE"/>
              <a:t>Optionale Einführung in das Kapitel </a:t>
            </a:r>
            <a:br>
              <a:rPr lang="de-DE"/>
            </a:br>
            <a:r>
              <a:rPr lang="de-DE"/>
              <a:t>(in 1-2 Zeilen)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C7DFF6D-4724-4D30-9625-E3982F168F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51384" y="0"/>
            <a:ext cx="2390125" cy="2579716"/>
          </a:xfrm>
          <a:custGeom>
            <a:avLst/>
            <a:gdLst>
              <a:gd name="connsiteX0" fmla="*/ 0 w 2390125"/>
              <a:gd name="connsiteY0" fmla="*/ 0 h 2528916"/>
              <a:gd name="connsiteX1" fmla="*/ 2390125 w 2390125"/>
              <a:gd name="connsiteY1" fmla="*/ 0 h 2528916"/>
              <a:gd name="connsiteX2" fmla="*/ 2390125 w 2390125"/>
              <a:gd name="connsiteY2" fmla="*/ 1994436 h 2528916"/>
              <a:gd name="connsiteX3" fmla="*/ 1195062 w 2390125"/>
              <a:gd name="connsiteY3" fmla="*/ 2528916 h 2528916"/>
              <a:gd name="connsiteX4" fmla="*/ 0 w 2390125"/>
              <a:gd name="connsiteY4" fmla="*/ 1994436 h 2528916"/>
              <a:gd name="connsiteX0" fmla="*/ 0 w 2390125"/>
              <a:gd name="connsiteY0" fmla="*/ 0 h 2579716"/>
              <a:gd name="connsiteX1" fmla="*/ 2390125 w 2390125"/>
              <a:gd name="connsiteY1" fmla="*/ 0 h 2579716"/>
              <a:gd name="connsiteX2" fmla="*/ 2390125 w 2390125"/>
              <a:gd name="connsiteY2" fmla="*/ 1994436 h 2579716"/>
              <a:gd name="connsiteX3" fmla="*/ 1195062 w 2390125"/>
              <a:gd name="connsiteY3" fmla="*/ 2579716 h 2579716"/>
              <a:gd name="connsiteX4" fmla="*/ 0 w 2390125"/>
              <a:gd name="connsiteY4" fmla="*/ 1994436 h 2579716"/>
              <a:gd name="connsiteX5" fmla="*/ 0 w 2390125"/>
              <a:gd name="connsiteY5" fmla="*/ 0 h 257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90125" h="2579716">
                <a:moveTo>
                  <a:pt x="0" y="0"/>
                </a:moveTo>
                <a:lnTo>
                  <a:pt x="2390125" y="0"/>
                </a:lnTo>
                <a:lnTo>
                  <a:pt x="2390125" y="1994436"/>
                </a:lnTo>
                <a:lnTo>
                  <a:pt x="1195062" y="2579716"/>
                </a:lnTo>
                <a:lnTo>
                  <a:pt x="0" y="199443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0" tIns="0" rIns="0" bIns="288000" rtlCol="0" anchor="ctr" anchorCtr="0">
            <a:noAutofit/>
          </a:bodyPr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lang="de-DE" sz="11000" dirty="0">
                <a:solidFill>
                  <a:schemeClr val="bg1"/>
                </a:solidFill>
              </a:defRPr>
            </a:lvl1pPr>
            <a:lvl2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1000" b="1">
                <a:solidFill>
                  <a:schemeClr val="bg1"/>
                </a:solidFill>
                <a:latin typeface="+mj-lt"/>
              </a:defRPr>
            </a:lvl2pPr>
            <a:lvl3pPr marL="0" indent="0" algn="ctr">
              <a:spcAft>
                <a:spcPts val="0"/>
              </a:spcAft>
              <a:buNone/>
              <a:defRPr sz="11000" b="1">
                <a:solidFill>
                  <a:schemeClr val="bg1"/>
                </a:solidFill>
                <a:latin typeface="+mj-lt"/>
              </a:defRPr>
            </a:lvl3pPr>
            <a:lvl4pPr marL="0" indent="0" algn="ctr">
              <a:spcAft>
                <a:spcPts val="0"/>
              </a:spcAft>
              <a:buNone/>
              <a:defRPr sz="11000" b="1">
                <a:solidFill>
                  <a:schemeClr val="bg1"/>
                </a:solidFill>
                <a:latin typeface="+mj-lt"/>
              </a:defRPr>
            </a:lvl4pPr>
            <a:lvl5pPr marL="0" indent="0" algn="ctr">
              <a:spcAft>
                <a:spcPts val="0"/>
              </a:spcAft>
              <a:buNone/>
              <a:defRPr sz="11000" b="1">
                <a:solidFill>
                  <a:schemeClr val="bg1"/>
                </a:solidFill>
                <a:latin typeface="+mj-lt"/>
              </a:defRPr>
            </a:lvl5pPr>
            <a:lvl6pPr marL="0" indent="0" algn="ctr">
              <a:spcAft>
                <a:spcPts val="0"/>
              </a:spcAft>
              <a:buNone/>
              <a:defRPr sz="11000" b="1">
                <a:solidFill>
                  <a:schemeClr val="bg1"/>
                </a:solidFill>
                <a:latin typeface="+mj-lt"/>
              </a:defRPr>
            </a:lvl6pPr>
            <a:lvl7pPr marL="0" indent="0" algn="ctr">
              <a:spcAft>
                <a:spcPts val="0"/>
              </a:spcAft>
              <a:buNone/>
              <a:defRPr sz="11000" b="1">
                <a:solidFill>
                  <a:schemeClr val="bg1"/>
                </a:solidFill>
                <a:latin typeface="+mj-lt"/>
              </a:defRPr>
            </a:lvl7pPr>
            <a:lvl8pPr marL="0" indent="0" algn="ctr">
              <a:spcAft>
                <a:spcPts val="0"/>
              </a:spcAft>
              <a:buNone/>
              <a:defRPr sz="11000" b="1">
                <a:solidFill>
                  <a:schemeClr val="bg1"/>
                </a:solidFill>
                <a:latin typeface="+mj-lt"/>
              </a:defRPr>
            </a:lvl8pPr>
            <a:lvl9pPr marL="0" indent="0" algn="ctr">
              <a:spcAft>
                <a:spcPts val="0"/>
              </a:spcAft>
              <a:buNone/>
              <a:defRPr sz="11000" b="1">
                <a:solidFill>
                  <a:schemeClr val="bg1"/>
                </a:solidFill>
                <a:latin typeface="+mj-lt"/>
              </a:defRPr>
            </a:lvl9pPr>
          </a:lstStyle>
          <a:p>
            <a:pPr lvl="0" algn="ctr">
              <a:spcAft>
                <a:spcPts val="0"/>
              </a:spcAft>
            </a:pPr>
            <a:r>
              <a:rPr lang="de-DE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520870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7">
          <p15:clr>
            <a:srgbClr val="F26B43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211E6238-6B3F-42F9-B0C2-E51B74CFD73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157256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15" imgH="416" progId="TCLayout.ActiveDocument.1">
                  <p:embed/>
                </p:oleObj>
              </mc:Choice>
              <mc:Fallback>
                <p:oleObj name="think-cell Folie" r:id="rId3" imgW="415" imgH="416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211E6238-6B3F-42F9-B0C2-E51B74CFD7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2D10AAE-E753-4D86-8315-2C9BB6BF66E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407988" y="1557338"/>
            <a:ext cx="11376025" cy="446404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Nutzen Sie die Buttons „Listenebene erhöhen/verringern“ auf dem Register Start, um zwischen den eingerichteten Textebenen zu wechseln. Text durch Klicken bearbeiten.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8" y="6093296"/>
            <a:ext cx="11376000" cy="2160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Fußnote/Quellenangabe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ED9C4342-429C-4718-91C2-3FD1BD4A9A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8632" y="815122"/>
            <a:ext cx="11376000" cy="360008"/>
          </a:xfrm>
        </p:spPr>
        <p:txBody>
          <a:bodyPr t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9pPr>
          </a:lstStyle>
          <a:p>
            <a:pPr lvl="0"/>
            <a:r>
              <a:rPr lang="de-DE"/>
              <a:t>Zusatz zum Folientitel</a:t>
            </a:r>
          </a:p>
          <a:p>
            <a:pPr lvl="1"/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2BD0978-3058-434A-B5F2-CB9B57E3E56D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lnSpc>
                <a:spcPct val="95000"/>
              </a:lnSpc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9FBB937-6EE4-46FC-9838-8934C1B9EA8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DE"/>
              <a:t>|  01.03.2021  |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09F3FDD-ACB7-4E22-9391-AE42C136CD6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Schwarz Folienbibliothek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C5D5722-D00E-4323-A083-AA1E1AD6A45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8CFDFCC3-8B40-4EE5-B231-005F2F1C6A68}" type="slidenum">
              <a:rPr lang="de-DE" smtClean="0"/>
              <a:pPr algn="r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26954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2D10AAE-E753-4D86-8315-2C9BB6BF66E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407989" y="1557339"/>
            <a:ext cx="5472000" cy="44639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Nutzen Sie die Buttons „Listenebene erhöhen/verringern“ auf dem Register Start, um zwischen den eingerichteten Textebenen zu wechseln. Text durch Klicken bearbeiten. 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8" y="6093296"/>
            <a:ext cx="11376000" cy="2160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Fußnote/Quellenangabe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AEF87B94-0E4E-4D4D-90D2-45EA54A6DECB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gray">
          <a:xfrm>
            <a:off x="6312632" y="1557339"/>
            <a:ext cx="5472000" cy="44639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Nutzen Sie die Buttons „Listenebene erhöhen/verringern“ auf dem Register Start, um zwischen den eingerichteten Textebenen zu wechseln. Text durch Klicken bearbeiten.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BB6C62A-E079-40D3-9900-AD05955568B0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096DB7C3-448B-4970-8D81-B174ACDAD6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8632" y="815122"/>
            <a:ext cx="11376000" cy="360008"/>
          </a:xfrm>
        </p:spPr>
        <p:txBody>
          <a:bodyPr t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9pPr>
          </a:lstStyle>
          <a:p>
            <a:pPr lvl="0"/>
            <a:r>
              <a:rPr lang="de-DE"/>
              <a:t>Zusatz zum Folientitel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C8EEE5-C73E-4949-9558-925705DB92B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de-DE"/>
              <a:t>|  01.03.2021  |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730D0C-2B14-41EF-A85E-42D2CBE73CC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/>
              <a:t>Schwarz Folienbibliothek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A37B9F1A-139F-48AE-A42A-3A38756867A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pPr algn="r"/>
            <a:fld id="{8CFDFCC3-8B40-4EE5-B231-005F2F1C6A68}" type="slidenum">
              <a:rPr lang="de-DE" smtClean="0"/>
              <a:pPr algn="r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06654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2D10AAE-E753-4D86-8315-2C9BB6BF66E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407989" y="1556792"/>
            <a:ext cx="3527424" cy="446407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Nutzen Sie die Buttons „Listenebene erhöhen/verringern“ auf dem Register Start, um zwischen den eingerichteten Textebenen zu wechseln. Text durch Klicken bearbeiten.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8" y="6093296"/>
            <a:ext cx="11376000" cy="2160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Fußnote/Quellenangabe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AEF87B94-0E4E-4D4D-90D2-45EA54A6DECB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gray">
          <a:xfrm>
            <a:off x="4367213" y="1557213"/>
            <a:ext cx="3456980" cy="446407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Nutzen Sie die Buttons „Listenebene erhöhen/verringern“ auf dem Register Start, um zwischen den eingerichteten Textebenen zu wechseln. Text durch Klicken bearbeiten.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EC89F919-1B13-4706-A895-5230C18E4967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 bwMode="gray">
          <a:xfrm>
            <a:off x="8256240" y="1557338"/>
            <a:ext cx="3528392" cy="446407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Nutzen Sie die Buttons „Listenebene erhöhen/verringern“ auf dem Register Start, um zwischen den eingerichteten Textebenen zu wechseln. Text durch Klicken bearbeiten. 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9D22048-BEBC-426E-A278-D4D79DE0D712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F50C4900-737E-423F-9ADD-3A961D701C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8632" y="815122"/>
            <a:ext cx="11376000" cy="360008"/>
          </a:xfrm>
        </p:spPr>
        <p:txBody>
          <a:bodyPr t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9pPr>
          </a:lstStyle>
          <a:p>
            <a:pPr lvl="0"/>
            <a:r>
              <a:rPr lang="de-DE"/>
              <a:t>Zusatz zum Folientitel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77174B-6F72-4E3E-B2CB-EED5C06DC3B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de-DE"/>
              <a:t>|  01.03.2021  |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96C1FB-5430-441E-B46A-08C882B117F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de-DE"/>
              <a:t>Schwarz Folienbibliothek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BAD2DB8-9E89-4151-A2C4-EF828A95A04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algn="r"/>
            <a:fld id="{8CFDFCC3-8B40-4EE5-B231-005F2F1C6A68}" type="slidenum">
              <a:rPr lang="de-DE" smtClean="0"/>
              <a:pPr algn="r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59616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grafische Bühn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>
            <a:extLst>
              <a:ext uri="{FF2B5EF4-FFF2-40B4-BE49-F238E27FC236}">
                <a16:creationId xmlns:a16="http://schemas.microsoft.com/office/drawing/2014/main" id="{04ECF5D8-597F-433C-8071-7F63B641BBB2}"/>
              </a:ext>
            </a:extLst>
          </p:cNvPr>
          <p:cNvSpPr/>
          <p:nvPr userDrawn="1"/>
        </p:nvSpPr>
        <p:spPr bwMode="gray">
          <a:xfrm>
            <a:off x="8256239" y="0"/>
            <a:ext cx="393576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2D10AAE-E753-4D86-8315-2C9BB6BF66E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407989" y="1557338"/>
            <a:ext cx="7416204" cy="446404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Nutzen Sie die Buttons „Listenebene erhöhen/verringern“ auf dem Register Start, um zwischen den eingerichteten Textebenen zu wechseln. Text durch Klicken bearbeiten.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9" y="6093296"/>
            <a:ext cx="7416824" cy="2160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Fußnote/Quellenangabe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25C4D34-0D4B-4A6A-A6C5-252B19CA1A3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7368" y="332656"/>
            <a:ext cx="7416824" cy="455976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CA3144BC-1106-472B-816B-6995089CAC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8632" y="815122"/>
            <a:ext cx="7416000" cy="360008"/>
          </a:xfrm>
        </p:spPr>
        <p:txBody>
          <a:bodyPr t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9pPr>
          </a:lstStyle>
          <a:p>
            <a:pPr lvl="0"/>
            <a:r>
              <a:rPr lang="de-DE"/>
              <a:t>Zusatz zum Folientitel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28422055-E1F2-4E64-9A55-1F42C0F87BF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DE"/>
              <a:t>|  01.03.2021  |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983928CB-D0FA-487F-83EF-33F2CB6F7B5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Schwarz Folienbibliothek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9B7D31C6-CCA0-481A-B51E-AAAD387EAA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8CFDFCC3-8B40-4EE5-B231-005F2F1C6A68}" type="slidenum">
              <a:rPr lang="de-DE" smtClean="0"/>
              <a:pPr algn="r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37604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grafische Bühne 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>
            <a:extLst>
              <a:ext uri="{FF2B5EF4-FFF2-40B4-BE49-F238E27FC236}">
                <a16:creationId xmlns:a16="http://schemas.microsoft.com/office/drawing/2014/main" id="{815C34BC-9550-479A-8EB8-445796C5143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21362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15" imgH="416" progId="TCLayout.ActiveDocument.1">
                  <p:embed/>
                </p:oleObj>
              </mc:Choice>
              <mc:Fallback>
                <p:oleObj name="think-cell Folie" r:id="rId3" imgW="415" imgH="416" progId="TCLayout.ActiveDocument.1">
                  <p:embed/>
                  <p:pic>
                    <p:nvPicPr>
                      <p:cNvPr id="2" name="Objekt 1" hidden="1">
                        <a:extLst>
                          <a:ext uri="{FF2B5EF4-FFF2-40B4-BE49-F238E27FC236}">
                            <a16:creationId xmlns:a16="http://schemas.microsoft.com/office/drawing/2014/main" id="{815C34BC-9550-479A-8EB8-445796C514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hteck 15">
            <a:extLst>
              <a:ext uri="{FF2B5EF4-FFF2-40B4-BE49-F238E27FC236}">
                <a16:creationId xmlns:a16="http://schemas.microsoft.com/office/drawing/2014/main" id="{04ECF5D8-597F-433C-8071-7F63B641BBB2}"/>
              </a:ext>
            </a:extLst>
          </p:cNvPr>
          <p:cNvSpPr/>
          <p:nvPr userDrawn="1"/>
        </p:nvSpPr>
        <p:spPr bwMode="gray">
          <a:xfrm>
            <a:off x="6311900" y="0"/>
            <a:ext cx="588009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2D10AAE-E753-4D86-8315-2C9BB6BF66E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407989" y="1557338"/>
            <a:ext cx="5471987" cy="446404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Nutzen Sie die Buttons „Listenebene erhöhen/verringern“ auf dem Register Start, um zwischen den eingerichteten Textebenen zu wechseln. Text durch Klicken bearbeiten.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9" y="6093296"/>
            <a:ext cx="5472607" cy="2160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Fußnote/Quellenangabe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67CD3000-F673-4FB4-9DDE-8F74EE19346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7988" y="332656"/>
            <a:ext cx="5471988" cy="455976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F1CF5AEF-D7C5-4A0F-B1F1-B3E1C57606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8632" y="815122"/>
            <a:ext cx="5471344" cy="360008"/>
          </a:xfrm>
        </p:spPr>
        <p:txBody>
          <a:bodyPr t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9pPr>
          </a:lstStyle>
          <a:p>
            <a:pPr lvl="0"/>
            <a:r>
              <a:rPr lang="de-DE"/>
              <a:t>Zusatz zum Folientitel</a:t>
            </a:r>
          </a:p>
          <a:p>
            <a:pPr lvl="1"/>
            <a:endParaRPr lang="de-DE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2816643A-8F5C-436B-89FB-0565B4DE210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DE"/>
              <a:t>|  01.03.2021  |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D3DC7872-B1DC-4867-883F-8371C89707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Schwarz Folienbibliothek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0664465-3125-4705-B5E0-5C7CDA64AB4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8CFDFCC3-8B40-4EE5-B231-005F2F1C6A68}" type="slidenum">
              <a:rPr lang="de-DE" smtClean="0"/>
              <a:pPr algn="r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67865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39889991-D7C3-47DC-A0E7-496256CBD9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76354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15" imgH="416" progId="TCLayout.ActiveDocument.1">
                  <p:embed/>
                </p:oleObj>
              </mc:Choice>
              <mc:Fallback>
                <p:oleObj name="think-cell Folie" r:id="rId3" imgW="415" imgH="416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39889991-D7C3-47DC-A0E7-496256CBD9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3FAEC6-8B23-4327-9DFE-B48C2DF8AA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8" y="6093296"/>
            <a:ext cx="11376000" cy="2160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Fußnote/Quellenangabe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9C26CE14-4DBD-4CA6-859D-9AEFC308E82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5F07166E-D4A4-48C3-9A15-5CC337FDB6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8632" y="815122"/>
            <a:ext cx="11376000" cy="360008"/>
          </a:xfrm>
        </p:spPr>
        <p:txBody>
          <a:bodyPr t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9pPr>
          </a:lstStyle>
          <a:p>
            <a:pPr lvl="0"/>
            <a:r>
              <a:rPr lang="de-DE"/>
              <a:t>Zusatz zum Folientitel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BB1F0AD-06F8-46F2-9AC1-E29E2DA25F4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DE"/>
              <a:t>|  01.03.2021  |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0E29E2E-F89D-4241-8132-D1F3413BED3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Schwarz Folienbibliothek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8C7911D-5963-40C0-B3F0-D81006ACFDE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8CFDFCC3-8B40-4EE5-B231-005F2F1C6A68}" type="slidenum">
              <a:rPr lang="de-DE" smtClean="0"/>
              <a:pPr algn="r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65735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62EF2F3-AE5D-4BD1-B244-0252E5F5621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1999" cy="6858000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54294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ein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2D10AAE-E753-4D86-8315-2C9BB6BF66E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407989" y="1557339"/>
            <a:ext cx="5471987" cy="44639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Nutzen Sie die Buttons „Listenebene erhöhen/verringern“ auf dem Register Start, um zwischen den eingerichteten Textebenen zu wechseln. Text durch Klicken bearbeiten.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8" y="6093296"/>
            <a:ext cx="5472608" cy="2160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Fußnote/Quellenangabe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490BACD-2229-4AF3-A1D0-9FB8C6A21F1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312024" y="0"/>
            <a:ext cx="5879976" cy="6858000"/>
          </a:xfrm>
          <a:custGeom>
            <a:avLst/>
            <a:gdLst>
              <a:gd name="connsiteX0" fmla="*/ 1 w 5879976"/>
              <a:gd name="connsiteY0" fmla="*/ 0 h 6858000"/>
              <a:gd name="connsiteX1" fmla="*/ 5879976 w 5879976"/>
              <a:gd name="connsiteY1" fmla="*/ 0 h 6858000"/>
              <a:gd name="connsiteX2" fmla="*/ 5879976 w 5879976"/>
              <a:gd name="connsiteY2" fmla="*/ 6858000 h 6858000"/>
              <a:gd name="connsiteX3" fmla="*/ 0 w 5879976"/>
              <a:gd name="connsiteY3" fmla="*/ 6858000 h 6858000"/>
              <a:gd name="connsiteX4" fmla="*/ 1593280 w 5879976"/>
              <a:gd name="connsiteY4" fmla="*/ 3428999 h 6858000"/>
              <a:gd name="connsiteX0" fmla="*/ 1 w 5879976"/>
              <a:gd name="connsiteY0" fmla="*/ 0 h 6858000"/>
              <a:gd name="connsiteX1" fmla="*/ 5879976 w 5879976"/>
              <a:gd name="connsiteY1" fmla="*/ 0 h 6858000"/>
              <a:gd name="connsiteX2" fmla="*/ 5879976 w 5879976"/>
              <a:gd name="connsiteY2" fmla="*/ 6858000 h 6858000"/>
              <a:gd name="connsiteX3" fmla="*/ 0 w 5879976"/>
              <a:gd name="connsiteY3" fmla="*/ 6858000 h 6858000"/>
              <a:gd name="connsiteX4" fmla="*/ 1682180 w 5879976"/>
              <a:gd name="connsiteY4" fmla="*/ 3428999 h 6858000"/>
              <a:gd name="connsiteX5" fmla="*/ 1 w 5879976"/>
              <a:gd name="connsiteY5" fmla="*/ 0 h 6858000"/>
              <a:gd name="connsiteX0" fmla="*/ 1 w 5879976"/>
              <a:gd name="connsiteY0" fmla="*/ 0 h 6858000"/>
              <a:gd name="connsiteX1" fmla="*/ 5879976 w 5879976"/>
              <a:gd name="connsiteY1" fmla="*/ 0 h 6858000"/>
              <a:gd name="connsiteX2" fmla="*/ 5879976 w 5879976"/>
              <a:gd name="connsiteY2" fmla="*/ 6858000 h 6858000"/>
              <a:gd name="connsiteX3" fmla="*/ 0 w 5879976"/>
              <a:gd name="connsiteY3" fmla="*/ 6858000 h 6858000"/>
              <a:gd name="connsiteX4" fmla="*/ 1672655 w 5879976"/>
              <a:gd name="connsiteY4" fmla="*/ 3435349 h 6858000"/>
              <a:gd name="connsiteX5" fmla="*/ 1 w 5879976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79976" h="6858000">
                <a:moveTo>
                  <a:pt x="1" y="0"/>
                </a:moveTo>
                <a:lnTo>
                  <a:pt x="5879976" y="0"/>
                </a:lnTo>
                <a:lnTo>
                  <a:pt x="5879976" y="6858000"/>
                </a:lnTo>
                <a:lnTo>
                  <a:pt x="0" y="6858000"/>
                </a:lnTo>
                <a:lnTo>
                  <a:pt x="1672655" y="3435349"/>
                </a:lnTo>
                <a:cubicBezTo>
                  <a:pt x="1141562" y="2292349"/>
                  <a:pt x="531094" y="1143000"/>
                  <a:pt x="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0" bIns="86400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A8BE99A-D79E-410F-82B8-086DDD8C679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7368" y="332656"/>
            <a:ext cx="5472608" cy="455976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D39B8FDB-812C-4286-8375-92CE868D5C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8632" y="815122"/>
            <a:ext cx="5471344" cy="360008"/>
          </a:xfrm>
        </p:spPr>
        <p:txBody>
          <a:bodyPr t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9pPr>
          </a:lstStyle>
          <a:p>
            <a:pPr lvl="0"/>
            <a:r>
              <a:rPr lang="de-DE"/>
              <a:t>Zusatz zum Folientitel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F99FD07-3567-46C0-868E-F5F5F0C8CDE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DE"/>
              <a:t>|  01.03.2021  |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B3C5600-7754-4C08-9449-8148102E467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Schwarz Folienbibliothek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8B95E25-568F-4B3A-8BB1-8F0ED3DE4C6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8CFDFCC3-8B40-4EE5-B231-005F2F1C6A68}" type="slidenum">
              <a:rPr lang="de-DE" smtClean="0"/>
              <a:pPr algn="r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03596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zw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2D10AAE-E753-4D86-8315-2C9BB6BF66E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407989" y="1557339"/>
            <a:ext cx="5471987" cy="44639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Nutzen Sie die Buttons „Listenebene erhöhen/verringern“ auf dem Register Start, um zwischen den eingerichteten Textebenen zu wechseln. Text durch Klicken bearbeiten.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8" y="6093296"/>
            <a:ext cx="5472000" cy="2160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Fußnote/Quellenangabe</a:t>
            </a:r>
          </a:p>
        </p:txBody>
      </p:sp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E8CB5280-FF36-45FF-A7EA-8A788876514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312025" y="115887"/>
            <a:ext cx="5760914" cy="3313113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72EA302A-73E1-4E4F-B4BD-5AB867F331A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312025" y="3573016"/>
            <a:ext cx="5760913" cy="3169097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AAD05F2-EDC0-4B09-8BC9-593B046E6A0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7368" y="332656"/>
            <a:ext cx="5472608" cy="455976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F4252F69-3942-4D54-8486-E8FD34D26B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8632" y="815122"/>
            <a:ext cx="5471344" cy="360008"/>
          </a:xfrm>
        </p:spPr>
        <p:txBody>
          <a:bodyPr t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9pPr>
          </a:lstStyle>
          <a:p>
            <a:pPr lvl="0"/>
            <a:r>
              <a:rPr lang="de-DE"/>
              <a:t>Zusatz zum Folientitel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6F1C1A7-A3D9-477E-B18C-57E88B4DA7B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de-DE"/>
              <a:t>|  01.03.2021  |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C582C78-E44C-4393-A8F4-2578ED15306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/>
              <a:t>Schwarz Folienbibliothek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545922B-410F-4689-A48A-48FC51A5026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pPr algn="r"/>
            <a:fld id="{8CFDFCC3-8B40-4EE5-B231-005F2F1C6A68}" type="slidenum">
              <a:rPr lang="de-DE" smtClean="0"/>
              <a:pPr algn="r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80813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dr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2D10AAE-E753-4D86-8315-2C9BB6BF66E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407989" y="1557339"/>
            <a:ext cx="5472000" cy="44639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Nutzen Sie die Buttons „Listenebene erhöhen/verringern“ auf dem Register Start, um zwischen den eingerichteten Textebenen zu wechseln. Text durch Klicken bearbeiten.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8" y="6093296"/>
            <a:ext cx="5472000" cy="2160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Fußnote/Quellenangabe</a:t>
            </a:r>
          </a:p>
        </p:txBody>
      </p:sp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E8CB5280-FF36-45FF-A7EA-8A788876514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312025" y="115887"/>
            <a:ext cx="2952328" cy="3313113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72EA302A-73E1-4E4F-B4BD-5AB867F331A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312025" y="3573016"/>
            <a:ext cx="5760913" cy="3169097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9FB83DFD-5A5B-4FEC-89F4-CBBAD40D217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9409113" y="115888"/>
            <a:ext cx="2663825" cy="3313112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3C0CB03-62FB-487C-A92A-E57DE4A583B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7368" y="332656"/>
            <a:ext cx="5472608" cy="455976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E03E884F-CF0A-4875-A30B-357B7D9C19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8632" y="815122"/>
            <a:ext cx="5471344" cy="360008"/>
          </a:xfrm>
        </p:spPr>
        <p:txBody>
          <a:bodyPr t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9pPr>
          </a:lstStyle>
          <a:p>
            <a:pPr lvl="0"/>
            <a:r>
              <a:rPr lang="de-DE"/>
              <a:t>Zusatz zum Folientitel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17D31FB2-31DF-419A-B820-49E1558BC445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de-DE"/>
              <a:t>|  01.03.2021  |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922E8121-2F88-4430-901A-7B8EE8383E8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de-DE"/>
              <a:t>Schwarz Folienbibliothek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25A90FA8-ED3C-4FDC-8C37-C92DD2B9886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algn="r"/>
            <a:fld id="{8CFDFCC3-8B40-4EE5-B231-005F2F1C6A68}" type="slidenum">
              <a:rPr lang="de-DE" smtClean="0"/>
              <a:pPr algn="r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11462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drei Bilder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>
            <a:extLst>
              <a:ext uri="{FF2B5EF4-FFF2-40B4-BE49-F238E27FC236}">
                <a16:creationId xmlns:a16="http://schemas.microsoft.com/office/drawing/2014/main" id="{8720CC2A-69E5-4868-B716-9775A7ECA18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27993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15" imgH="416" progId="TCLayout.ActiveDocument.1">
                  <p:embed/>
                </p:oleObj>
              </mc:Choice>
              <mc:Fallback>
                <p:oleObj name="think-cell Folie" r:id="rId3" imgW="415" imgH="416" progId="TCLayout.ActiveDocument.1">
                  <p:embed/>
                  <p:pic>
                    <p:nvPicPr>
                      <p:cNvPr id="2" name="Objekt 1" hidden="1">
                        <a:extLst>
                          <a:ext uri="{FF2B5EF4-FFF2-40B4-BE49-F238E27FC236}">
                            <a16:creationId xmlns:a16="http://schemas.microsoft.com/office/drawing/2014/main" id="{8720CC2A-69E5-4868-B716-9775A7ECA1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2D10AAE-E753-4D86-8315-2C9BB6BF66E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407989" y="1557339"/>
            <a:ext cx="7417033" cy="1414800"/>
          </a:xfrm>
        </p:spPr>
        <p:txBody>
          <a:bodyPr/>
          <a:lstStyle>
            <a:lvl1pPr>
              <a:spcAft>
                <a:spcPts val="200"/>
              </a:spcAft>
              <a:defRPr>
                <a:solidFill>
                  <a:schemeClr val="accent1"/>
                </a:solidFill>
              </a:defRPr>
            </a:lvl1pPr>
            <a:lvl2pPr>
              <a:spcAft>
                <a:spcPts val="200"/>
              </a:spcAft>
              <a:defRPr>
                <a:solidFill>
                  <a:schemeClr val="tx1"/>
                </a:solidFill>
              </a:defRPr>
            </a:lvl2pPr>
            <a:lvl3pPr>
              <a:spcAft>
                <a:spcPts val="200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200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200"/>
              </a:spcAft>
              <a:defRPr>
                <a:solidFill>
                  <a:schemeClr val="tx1"/>
                </a:solidFill>
              </a:defRPr>
            </a:lvl5pPr>
            <a:lvl6pPr>
              <a:spcAft>
                <a:spcPts val="200"/>
              </a:spcAft>
              <a:defRPr>
                <a:solidFill>
                  <a:schemeClr val="tx1"/>
                </a:solidFill>
              </a:defRPr>
            </a:lvl6pPr>
            <a:lvl7pPr>
              <a:spcAft>
                <a:spcPts val="200"/>
              </a:spcAft>
              <a:defRPr>
                <a:solidFill>
                  <a:schemeClr val="tx1"/>
                </a:solidFill>
              </a:defRPr>
            </a:lvl7pPr>
            <a:lvl8pPr>
              <a:spcAft>
                <a:spcPts val="200"/>
              </a:spcAft>
              <a:defRPr>
                <a:solidFill>
                  <a:schemeClr val="tx1"/>
                </a:solidFill>
              </a:defRPr>
            </a:lvl8pPr>
            <a:lvl9pPr>
              <a:spcAft>
                <a:spcPts val="200"/>
              </a:spcAft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Nutzen Sie die Buttons „Listenebene erhöhen/verringern“ auf dem Register Start, um zwischen den eingerichteten Textebenen zu wechseln. Text durch Klicken bearbeiten.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7" y="6093296"/>
            <a:ext cx="7417421" cy="2160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Fußnote/Quellenangabe</a:t>
            </a:r>
          </a:p>
        </p:txBody>
      </p:sp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E8CB5280-FF36-45FF-A7EA-8A788876514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8256588" y="1557338"/>
            <a:ext cx="3816350" cy="1414800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72EA302A-73E1-4E4F-B4BD-5AB867F331A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256588" y="3073669"/>
            <a:ext cx="3816350" cy="1414800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1DBD824E-7BD9-42EB-A741-717B9ED9C6A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8256588" y="4590000"/>
            <a:ext cx="3816350" cy="1414800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0C8C35B0-D28C-470A-9370-CD75020BFE3D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 bwMode="gray">
          <a:xfrm>
            <a:off x="407989" y="3081913"/>
            <a:ext cx="7417033" cy="1414800"/>
          </a:xfrm>
        </p:spPr>
        <p:txBody>
          <a:bodyPr/>
          <a:lstStyle>
            <a:lvl1pPr>
              <a:spcAft>
                <a:spcPts val="200"/>
              </a:spcAft>
              <a:defRPr>
                <a:solidFill>
                  <a:schemeClr val="accent1"/>
                </a:solidFill>
              </a:defRPr>
            </a:lvl1pPr>
            <a:lvl2pPr>
              <a:spcAft>
                <a:spcPts val="200"/>
              </a:spcAft>
              <a:defRPr>
                <a:solidFill>
                  <a:schemeClr val="tx1"/>
                </a:solidFill>
              </a:defRPr>
            </a:lvl2pPr>
            <a:lvl3pPr>
              <a:spcAft>
                <a:spcPts val="200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200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200"/>
              </a:spcAft>
              <a:defRPr>
                <a:solidFill>
                  <a:schemeClr val="tx1"/>
                </a:solidFill>
              </a:defRPr>
            </a:lvl5pPr>
            <a:lvl6pPr>
              <a:spcAft>
                <a:spcPts val="200"/>
              </a:spcAft>
              <a:defRPr>
                <a:solidFill>
                  <a:schemeClr val="tx1"/>
                </a:solidFill>
              </a:defRPr>
            </a:lvl6pPr>
            <a:lvl7pPr>
              <a:spcAft>
                <a:spcPts val="200"/>
              </a:spcAft>
              <a:defRPr>
                <a:solidFill>
                  <a:schemeClr val="tx1"/>
                </a:solidFill>
              </a:defRPr>
            </a:lvl7pPr>
            <a:lvl8pPr>
              <a:spcAft>
                <a:spcPts val="200"/>
              </a:spcAft>
              <a:defRPr>
                <a:solidFill>
                  <a:schemeClr val="tx1"/>
                </a:solidFill>
              </a:defRPr>
            </a:lvl8pPr>
            <a:lvl9pPr>
              <a:spcAft>
                <a:spcPts val="200"/>
              </a:spcAft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Nutzen Sie die Buttons „Listenebene erhöhen/verringern“ auf dem Register Start, um zwischen den eingerichteten Textebenen zu wechseln. Text durch Klicken bearbeiten.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34C99758-AEB9-4B74-A583-4F20E16B1F20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 bwMode="gray">
          <a:xfrm>
            <a:off x="407989" y="4606488"/>
            <a:ext cx="7416799" cy="1414800"/>
          </a:xfrm>
        </p:spPr>
        <p:txBody>
          <a:bodyPr/>
          <a:lstStyle>
            <a:lvl1pPr>
              <a:spcAft>
                <a:spcPts val="200"/>
              </a:spcAft>
              <a:defRPr>
                <a:solidFill>
                  <a:schemeClr val="accent1"/>
                </a:solidFill>
              </a:defRPr>
            </a:lvl1pPr>
            <a:lvl2pPr>
              <a:spcAft>
                <a:spcPts val="200"/>
              </a:spcAft>
              <a:defRPr>
                <a:solidFill>
                  <a:schemeClr val="tx1"/>
                </a:solidFill>
              </a:defRPr>
            </a:lvl2pPr>
            <a:lvl3pPr>
              <a:spcAft>
                <a:spcPts val="200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200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200"/>
              </a:spcAft>
              <a:defRPr>
                <a:solidFill>
                  <a:schemeClr val="tx1"/>
                </a:solidFill>
              </a:defRPr>
            </a:lvl5pPr>
            <a:lvl6pPr>
              <a:spcAft>
                <a:spcPts val="200"/>
              </a:spcAft>
              <a:defRPr>
                <a:solidFill>
                  <a:schemeClr val="tx1"/>
                </a:solidFill>
              </a:defRPr>
            </a:lvl6pPr>
            <a:lvl7pPr>
              <a:spcAft>
                <a:spcPts val="200"/>
              </a:spcAft>
              <a:defRPr>
                <a:solidFill>
                  <a:schemeClr val="tx1"/>
                </a:solidFill>
              </a:defRPr>
            </a:lvl7pPr>
            <a:lvl8pPr>
              <a:spcAft>
                <a:spcPts val="200"/>
              </a:spcAft>
              <a:defRPr>
                <a:solidFill>
                  <a:schemeClr val="tx1"/>
                </a:solidFill>
              </a:defRPr>
            </a:lvl8pPr>
            <a:lvl9pPr>
              <a:spcAft>
                <a:spcPts val="200"/>
              </a:spcAft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Nutzen Sie die Buttons „Listenebene erhöhen/verringern“ auf dem Register Start, um zwischen den eingerichteten Textebenen zu wechseln. Text durch Klicken bearbeiten.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3A7B327-7039-4FEF-BCD3-A776D61F74B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7367" y="332656"/>
            <a:ext cx="11376645" cy="455976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B6A541B-8DBD-4A1F-B449-EDC1F731A461}"/>
              </a:ext>
            </a:extLst>
          </p:cNvPr>
          <p:cNvSpPr>
            <a:spLocks noGrp="1"/>
          </p:cNvSpPr>
          <p:nvPr>
            <p:ph type="dt" sz="half" idx="25"/>
          </p:nvPr>
        </p:nvSpPr>
        <p:spPr bwMode="gray">
          <a:xfrm>
            <a:off x="1343472" y="6381328"/>
            <a:ext cx="766235" cy="216024"/>
          </a:xfrm>
          <a:prstGeom prst="rect">
            <a:avLst/>
          </a:prstGeom>
        </p:spPr>
        <p:txBody>
          <a:bodyPr/>
          <a:lstStyle/>
          <a:p>
            <a:r>
              <a:rPr lang="de-DE"/>
              <a:t>|  01.03.2021  |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57B49BB-1BBD-45A9-BF1A-FAFDC69AE1DD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 bwMode="gray"/>
        <p:txBody>
          <a:bodyPr/>
          <a:lstStyle/>
          <a:p>
            <a:r>
              <a:rPr lang="de-DE"/>
              <a:t>Schwarz Folienbibliothek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64ABF0A-F350-417D-AEBE-40A262188572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 bwMode="gray"/>
        <p:txBody>
          <a:bodyPr/>
          <a:lstStyle/>
          <a:p>
            <a:pPr algn="r"/>
            <a:fld id="{8CFDFCC3-8B40-4EE5-B231-005F2F1C6A68}" type="slidenum">
              <a:rPr lang="de-DE" smtClean="0"/>
              <a:pPr algn="r"/>
              <a:t>‹Nr.›</a:t>
            </a:fld>
            <a:endParaRPr lang="de-DE"/>
          </a:p>
        </p:txBody>
      </p:sp>
      <p:sp>
        <p:nvSpPr>
          <p:cNvPr id="20" name="Textplatzhalter 9">
            <a:extLst>
              <a:ext uri="{FF2B5EF4-FFF2-40B4-BE49-F238E27FC236}">
                <a16:creationId xmlns:a16="http://schemas.microsoft.com/office/drawing/2014/main" id="{C34650D0-58A9-4AD9-B04B-15F140A91F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8631" y="815122"/>
            <a:ext cx="11375381" cy="360008"/>
          </a:xfrm>
        </p:spPr>
        <p:txBody>
          <a:bodyPr t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9pPr>
          </a:lstStyle>
          <a:p>
            <a:pPr lvl="0"/>
            <a:r>
              <a:rPr lang="de-DE"/>
              <a:t>Zusatz zum Folientitel</a:t>
            </a:r>
          </a:p>
        </p:txBody>
      </p:sp>
    </p:spTree>
    <p:extLst>
      <p:ext uri="{BB962C8B-B14F-4D97-AF65-F5344CB8AC3E}">
        <p14:creationId xmlns:p14="http://schemas.microsoft.com/office/powerpoint/2010/main" val="8869956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 mit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D60E7720-E200-4DB9-AB42-74BC7931B8F5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gray">
          <a:xfrm>
            <a:off x="4367213" y="4005064"/>
            <a:ext cx="3457575" cy="2015676"/>
          </a:xfrm>
        </p:spPr>
        <p:txBody>
          <a:bodyPr/>
          <a:lstStyle>
            <a:lvl1pPr>
              <a:spcAft>
                <a:spcPts val="200"/>
              </a:spcAft>
              <a:defRPr>
                <a:solidFill>
                  <a:schemeClr val="accent1"/>
                </a:solidFill>
              </a:defRPr>
            </a:lvl1pPr>
            <a:lvl2pPr>
              <a:spcAft>
                <a:spcPts val="200"/>
              </a:spcAft>
              <a:defRPr>
                <a:solidFill>
                  <a:schemeClr val="tx1"/>
                </a:solidFill>
              </a:defRPr>
            </a:lvl2pPr>
            <a:lvl3pPr>
              <a:spcAft>
                <a:spcPts val="200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200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200"/>
              </a:spcAft>
              <a:defRPr>
                <a:solidFill>
                  <a:schemeClr val="tx1"/>
                </a:solidFill>
              </a:defRPr>
            </a:lvl5pPr>
            <a:lvl6pPr>
              <a:spcAft>
                <a:spcPts val="200"/>
              </a:spcAft>
              <a:defRPr>
                <a:solidFill>
                  <a:schemeClr val="tx1"/>
                </a:solidFill>
              </a:defRPr>
            </a:lvl6pPr>
            <a:lvl7pPr>
              <a:spcAft>
                <a:spcPts val="200"/>
              </a:spcAft>
              <a:defRPr>
                <a:solidFill>
                  <a:schemeClr val="tx1"/>
                </a:solidFill>
              </a:defRPr>
            </a:lvl7pPr>
            <a:lvl8pPr>
              <a:spcAft>
                <a:spcPts val="200"/>
              </a:spcAft>
              <a:defRPr>
                <a:solidFill>
                  <a:schemeClr val="tx1"/>
                </a:solidFill>
              </a:defRPr>
            </a:lvl8pPr>
            <a:lvl9pPr>
              <a:spcAft>
                <a:spcPts val="200"/>
              </a:spcAft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Nutzen Sie die Buttons „Listenebene erhöhen/verringern“ auf dem Register Start, um zwischen den eingerichteten Textebenen zu wechseln. Text durch Klicken bearbeiten.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8D1CB9BA-DB08-442B-BB4B-78414B60D076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 bwMode="gray">
          <a:xfrm>
            <a:off x="8256588" y="4005064"/>
            <a:ext cx="3527423" cy="2015676"/>
          </a:xfrm>
        </p:spPr>
        <p:txBody>
          <a:bodyPr/>
          <a:lstStyle>
            <a:lvl1pPr>
              <a:spcAft>
                <a:spcPts val="200"/>
              </a:spcAft>
              <a:defRPr>
                <a:solidFill>
                  <a:schemeClr val="accent1"/>
                </a:solidFill>
              </a:defRPr>
            </a:lvl1pPr>
            <a:lvl2pPr>
              <a:spcAft>
                <a:spcPts val="200"/>
              </a:spcAft>
              <a:defRPr>
                <a:solidFill>
                  <a:schemeClr val="tx1"/>
                </a:solidFill>
              </a:defRPr>
            </a:lvl2pPr>
            <a:lvl3pPr>
              <a:spcAft>
                <a:spcPts val="200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200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200"/>
              </a:spcAft>
              <a:defRPr>
                <a:solidFill>
                  <a:schemeClr val="tx1"/>
                </a:solidFill>
              </a:defRPr>
            </a:lvl5pPr>
            <a:lvl6pPr>
              <a:spcAft>
                <a:spcPts val="200"/>
              </a:spcAft>
              <a:defRPr>
                <a:solidFill>
                  <a:schemeClr val="tx1"/>
                </a:solidFill>
              </a:defRPr>
            </a:lvl6pPr>
            <a:lvl7pPr>
              <a:spcAft>
                <a:spcPts val="200"/>
              </a:spcAft>
              <a:defRPr>
                <a:solidFill>
                  <a:schemeClr val="tx1"/>
                </a:solidFill>
              </a:defRPr>
            </a:lvl7pPr>
            <a:lvl8pPr>
              <a:spcAft>
                <a:spcPts val="200"/>
              </a:spcAft>
              <a:defRPr>
                <a:solidFill>
                  <a:schemeClr val="tx1"/>
                </a:solidFill>
              </a:defRPr>
            </a:lvl8pPr>
            <a:lvl9pPr>
              <a:spcAft>
                <a:spcPts val="200"/>
              </a:spcAft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Nutzen Sie die Buttons „Listenebene erhöhen/verringern“ auf dem Register Start, um zwischen den eingerichteten Textebenen zu wechseln. Text durch Klicken bearbeiten.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2D10AAE-E753-4D86-8315-2C9BB6BF66E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407990" y="4005064"/>
            <a:ext cx="3527424" cy="2015676"/>
          </a:xfrm>
        </p:spPr>
        <p:txBody>
          <a:bodyPr/>
          <a:lstStyle>
            <a:lvl1pPr>
              <a:spcAft>
                <a:spcPts val="200"/>
              </a:spcAft>
              <a:defRPr>
                <a:solidFill>
                  <a:schemeClr val="accent1"/>
                </a:solidFill>
              </a:defRPr>
            </a:lvl1pPr>
            <a:lvl2pPr>
              <a:spcAft>
                <a:spcPts val="200"/>
              </a:spcAft>
              <a:defRPr>
                <a:solidFill>
                  <a:schemeClr val="tx1"/>
                </a:solidFill>
              </a:defRPr>
            </a:lvl2pPr>
            <a:lvl3pPr>
              <a:spcAft>
                <a:spcPts val="200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200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200"/>
              </a:spcAft>
              <a:defRPr>
                <a:solidFill>
                  <a:schemeClr val="tx1"/>
                </a:solidFill>
              </a:defRPr>
            </a:lvl5pPr>
            <a:lvl6pPr>
              <a:spcAft>
                <a:spcPts val="200"/>
              </a:spcAft>
              <a:defRPr>
                <a:solidFill>
                  <a:schemeClr val="tx1"/>
                </a:solidFill>
              </a:defRPr>
            </a:lvl6pPr>
            <a:lvl7pPr>
              <a:spcAft>
                <a:spcPts val="200"/>
              </a:spcAft>
              <a:defRPr>
                <a:solidFill>
                  <a:schemeClr val="tx1"/>
                </a:solidFill>
              </a:defRPr>
            </a:lvl7pPr>
            <a:lvl8pPr>
              <a:spcAft>
                <a:spcPts val="200"/>
              </a:spcAft>
              <a:defRPr>
                <a:solidFill>
                  <a:schemeClr val="tx1"/>
                </a:solidFill>
              </a:defRPr>
            </a:lvl8pPr>
            <a:lvl9pPr>
              <a:spcAft>
                <a:spcPts val="200"/>
              </a:spcAft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Nutzen Sie die Buttons „Listenebene erhöhen/verringern“ auf dem Register Start, um zwischen den eingerichteten Textebenen zu wechseln. Text durch Klicken bearbeiten.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988" y="6085294"/>
            <a:ext cx="11376022" cy="224002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Fußnote/Quellenangabe</a:t>
            </a:r>
          </a:p>
        </p:txBody>
      </p:sp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E8CB5280-FF36-45FF-A7EA-8A788876514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119063" y="1556792"/>
            <a:ext cx="3948938" cy="2232248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AF7A689D-901E-4B0D-900B-83F0EE07FBD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4223793" y="1556792"/>
            <a:ext cx="3744416" cy="2232248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AE73C007-3BC4-4F4D-B146-DBF572331A7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8124000" y="1556792"/>
            <a:ext cx="3948938" cy="2232248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27E6E2B-12DD-4E70-9DC9-E16277F10BE3}"/>
              </a:ext>
            </a:extLst>
          </p:cNvPr>
          <p:cNvSpPr>
            <a:spLocks noGrp="1"/>
          </p:cNvSpPr>
          <p:nvPr>
            <p:ph type="dt" sz="half" idx="22"/>
          </p:nvPr>
        </p:nvSpPr>
        <p:spPr bwMode="gray">
          <a:xfrm>
            <a:off x="1343472" y="6381328"/>
            <a:ext cx="766235" cy="216024"/>
          </a:xfrm>
          <a:prstGeom prst="rect">
            <a:avLst/>
          </a:prstGeom>
        </p:spPr>
        <p:txBody>
          <a:bodyPr/>
          <a:lstStyle/>
          <a:p>
            <a:r>
              <a:rPr lang="de-DE"/>
              <a:t>|  01.03.2021  |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F58CC43-C6AD-405B-845A-4DAEC35088C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 bwMode="gray"/>
        <p:txBody>
          <a:bodyPr/>
          <a:lstStyle/>
          <a:p>
            <a:r>
              <a:rPr lang="de-DE"/>
              <a:t>Schwarz Folienbibliothek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C16EA1E-6930-43CB-9B35-3FCDAED05713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 bwMode="gray"/>
        <p:txBody>
          <a:bodyPr/>
          <a:lstStyle/>
          <a:p>
            <a:pPr algn="r"/>
            <a:fld id="{8CFDFCC3-8B40-4EE5-B231-005F2F1C6A68}" type="slidenum">
              <a:rPr lang="de-DE" smtClean="0"/>
              <a:pPr algn="r"/>
              <a:t>‹Nr.›</a:t>
            </a:fld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E32DBD2C-309A-4CD1-AF4F-1A474F6346EB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3D89C1AA-30ED-4138-885A-3F45EE066F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8632" y="815122"/>
            <a:ext cx="11376000" cy="360008"/>
          </a:xfrm>
        </p:spPr>
        <p:txBody>
          <a:bodyPr t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9pPr>
          </a:lstStyle>
          <a:p>
            <a:pPr lvl="0"/>
            <a:r>
              <a:rPr lang="de-DE"/>
              <a:t>Zusatz zum Folientitel</a:t>
            </a:r>
          </a:p>
        </p:txBody>
      </p:sp>
    </p:spTree>
    <p:extLst>
      <p:ext uri="{BB962C8B-B14F-4D97-AF65-F5344CB8AC3E}">
        <p14:creationId xmlns:p14="http://schemas.microsoft.com/office/powerpoint/2010/main" val="39429361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Bilder mit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8AAAFE53-B217-4863-83D4-FC060BAB860C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 bwMode="gray">
          <a:xfrm>
            <a:off x="9264632" y="4005064"/>
            <a:ext cx="2520000" cy="2016224"/>
          </a:xfrm>
        </p:spPr>
        <p:txBody>
          <a:bodyPr/>
          <a:lstStyle>
            <a:lvl1pPr>
              <a:spcAft>
                <a:spcPts val="200"/>
              </a:spcAft>
              <a:defRPr>
                <a:solidFill>
                  <a:schemeClr val="accent1"/>
                </a:solidFill>
              </a:defRPr>
            </a:lvl1pPr>
            <a:lvl2pPr>
              <a:spcAft>
                <a:spcPts val="200"/>
              </a:spcAft>
              <a:defRPr>
                <a:solidFill>
                  <a:schemeClr val="tx1"/>
                </a:solidFill>
              </a:defRPr>
            </a:lvl2pPr>
            <a:lvl3pPr>
              <a:spcAft>
                <a:spcPts val="200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200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200"/>
              </a:spcAft>
              <a:defRPr>
                <a:solidFill>
                  <a:schemeClr val="tx1"/>
                </a:solidFill>
              </a:defRPr>
            </a:lvl5pPr>
            <a:lvl6pPr>
              <a:spcAft>
                <a:spcPts val="200"/>
              </a:spcAft>
              <a:defRPr>
                <a:solidFill>
                  <a:schemeClr val="tx1"/>
                </a:solidFill>
              </a:defRPr>
            </a:lvl6pPr>
            <a:lvl7pPr>
              <a:spcAft>
                <a:spcPts val="200"/>
              </a:spcAft>
              <a:defRPr>
                <a:solidFill>
                  <a:schemeClr val="tx1"/>
                </a:solidFill>
              </a:defRPr>
            </a:lvl7pPr>
            <a:lvl8pPr>
              <a:spcAft>
                <a:spcPts val="200"/>
              </a:spcAft>
              <a:defRPr>
                <a:solidFill>
                  <a:schemeClr val="tx1"/>
                </a:solidFill>
              </a:defRPr>
            </a:lvl8pPr>
            <a:lvl9pPr>
              <a:spcAft>
                <a:spcPts val="200"/>
              </a:spcAft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Nutzen Sie die Buttons „Listenebene erhöhen/verringern“ auf dem Register Start, um zwischen den eingerichteten Textebenen zu wechseln. Text durch Klicken bearbeiten.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D60E7720-E200-4DB9-AB42-74BC7931B8F5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gray">
          <a:xfrm>
            <a:off x="3359696" y="4004516"/>
            <a:ext cx="2520000" cy="2016224"/>
          </a:xfrm>
        </p:spPr>
        <p:txBody>
          <a:bodyPr/>
          <a:lstStyle>
            <a:lvl1pPr>
              <a:spcAft>
                <a:spcPts val="200"/>
              </a:spcAft>
              <a:defRPr>
                <a:solidFill>
                  <a:schemeClr val="accent1"/>
                </a:solidFill>
              </a:defRPr>
            </a:lvl1pPr>
            <a:lvl2pPr>
              <a:spcAft>
                <a:spcPts val="200"/>
              </a:spcAft>
              <a:defRPr>
                <a:solidFill>
                  <a:schemeClr val="tx1"/>
                </a:solidFill>
              </a:defRPr>
            </a:lvl2pPr>
            <a:lvl3pPr>
              <a:spcAft>
                <a:spcPts val="200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200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200"/>
              </a:spcAft>
              <a:defRPr>
                <a:solidFill>
                  <a:schemeClr val="tx1"/>
                </a:solidFill>
              </a:defRPr>
            </a:lvl5pPr>
            <a:lvl6pPr>
              <a:spcAft>
                <a:spcPts val="200"/>
              </a:spcAft>
              <a:defRPr>
                <a:solidFill>
                  <a:schemeClr val="tx1"/>
                </a:solidFill>
              </a:defRPr>
            </a:lvl6pPr>
            <a:lvl7pPr>
              <a:spcAft>
                <a:spcPts val="200"/>
              </a:spcAft>
              <a:defRPr>
                <a:solidFill>
                  <a:schemeClr val="tx1"/>
                </a:solidFill>
              </a:defRPr>
            </a:lvl7pPr>
            <a:lvl8pPr>
              <a:spcAft>
                <a:spcPts val="200"/>
              </a:spcAft>
              <a:defRPr>
                <a:solidFill>
                  <a:schemeClr val="tx1"/>
                </a:solidFill>
              </a:defRPr>
            </a:lvl8pPr>
            <a:lvl9pPr>
              <a:spcAft>
                <a:spcPts val="200"/>
              </a:spcAft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Nutzen Sie die Buttons „Listenebene erhöhen/verringern“ auf dem Register Start, um zwischen den eingerichteten Textebenen zu wechseln. Text durch Klicken bearbeiten.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8D1CB9BA-DB08-442B-BB4B-78414B60D076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 bwMode="gray">
          <a:xfrm>
            <a:off x="6312024" y="4004516"/>
            <a:ext cx="2520000" cy="2016224"/>
          </a:xfrm>
        </p:spPr>
        <p:txBody>
          <a:bodyPr/>
          <a:lstStyle>
            <a:lvl1pPr>
              <a:spcAft>
                <a:spcPts val="200"/>
              </a:spcAft>
              <a:defRPr>
                <a:solidFill>
                  <a:schemeClr val="accent1"/>
                </a:solidFill>
              </a:defRPr>
            </a:lvl1pPr>
            <a:lvl2pPr>
              <a:spcAft>
                <a:spcPts val="200"/>
              </a:spcAft>
              <a:defRPr>
                <a:solidFill>
                  <a:schemeClr val="tx1"/>
                </a:solidFill>
              </a:defRPr>
            </a:lvl2pPr>
            <a:lvl3pPr>
              <a:spcAft>
                <a:spcPts val="200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200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200"/>
              </a:spcAft>
              <a:defRPr>
                <a:solidFill>
                  <a:schemeClr val="tx1"/>
                </a:solidFill>
              </a:defRPr>
            </a:lvl5pPr>
            <a:lvl6pPr>
              <a:spcAft>
                <a:spcPts val="200"/>
              </a:spcAft>
              <a:defRPr>
                <a:solidFill>
                  <a:schemeClr val="tx1"/>
                </a:solidFill>
              </a:defRPr>
            </a:lvl6pPr>
            <a:lvl7pPr>
              <a:spcAft>
                <a:spcPts val="200"/>
              </a:spcAft>
              <a:defRPr>
                <a:solidFill>
                  <a:schemeClr val="tx1"/>
                </a:solidFill>
              </a:defRPr>
            </a:lvl7pPr>
            <a:lvl8pPr>
              <a:spcAft>
                <a:spcPts val="200"/>
              </a:spcAft>
              <a:defRPr>
                <a:solidFill>
                  <a:schemeClr val="tx1"/>
                </a:solidFill>
              </a:defRPr>
            </a:lvl8pPr>
            <a:lvl9pPr>
              <a:spcAft>
                <a:spcPts val="200"/>
              </a:spcAft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Nutzen Sie die Buttons „Listenebene erhöhen/verringern“ auf dem Register Start, um zwischen den eingerichteten Textebenen zu wechseln. Text durch Klicken bearbeiten.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2D10AAE-E753-4D86-8315-2C9BB6BF66E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407989" y="4004516"/>
            <a:ext cx="2520000" cy="2016224"/>
          </a:xfrm>
        </p:spPr>
        <p:txBody>
          <a:bodyPr/>
          <a:lstStyle>
            <a:lvl1pPr>
              <a:spcAft>
                <a:spcPts val="200"/>
              </a:spcAft>
              <a:defRPr>
                <a:solidFill>
                  <a:schemeClr val="accent1"/>
                </a:solidFill>
              </a:defRPr>
            </a:lvl1pPr>
            <a:lvl2pPr>
              <a:spcAft>
                <a:spcPts val="200"/>
              </a:spcAft>
              <a:defRPr>
                <a:solidFill>
                  <a:schemeClr val="tx1"/>
                </a:solidFill>
              </a:defRPr>
            </a:lvl2pPr>
            <a:lvl3pPr>
              <a:spcAft>
                <a:spcPts val="200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200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200"/>
              </a:spcAft>
              <a:defRPr>
                <a:solidFill>
                  <a:schemeClr val="tx1"/>
                </a:solidFill>
              </a:defRPr>
            </a:lvl5pPr>
            <a:lvl6pPr>
              <a:spcAft>
                <a:spcPts val="200"/>
              </a:spcAft>
              <a:defRPr>
                <a:solidFill>
                  <a:schemeClr val="tx1"/>
                </a:solidFill>
              </a:defRPr>
            </a:lvl6pPr>
            <a:lvl7pPr>
              <a:spcAft>
                <a:spcPts val="200"/>
              </a:spcAft>
              <a:defRPr>
                <a:solidFill>
                  <a:schemeClr val="tx1"/>
                </a:solidFill>
              </a:defRPr>
            </a:lvl7pPr>
            <a:lvl8pPr>
              <a:spcAft>
                <a:spcPts val="200"/>
              </a:spcAft>
              <a:defRPr>
                <a:solidFill>
                  <a:schemeClr val="tx1"/>
                </a:solidFill>
              </a:defRPr>
            </a:lvl8pPr>
            <a:lvl9pPr>
              <a:spcAft>
                <a:spcPts val="200"/>
              </a:spcAft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Nutzen Sie die Buttons „Listenebene erhöhen/verringern“ auf dem Register Start, um zwischen den eingerichteten Textebenen zu wechseln. Text durch Klicken bearbeiten.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988" y="6093296"/>
            <a:ext cx="11376022" cy="2160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Fußnote/Quellenangabe</a:t>
            </a:r>
          </a:p>
        </p:txBody>
      </p:sp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E8CB5280-FF36-45FF-A7EA-8A788876514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119062" y="1556792"/>
            <a:ext cx="2952000" cy="2232248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AF7A689D-901E-4B0D-900B-83F0EE07FBD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3215992" y="1556792"/>
            <a:ext cx="2808000" cy="2232248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AE73C007-3BC4-4F4D-B146-DBF572331A7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6168008" y="1556792"/>
            <a:ext cx="2808000" cy="2232248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C14F9E91-B48F-4001-B73E-2BE94299F49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9120336" y="1556792"/>
            <a:ext cx="2952602" cy="2232248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 algn="ctr"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EE904B8F-D1F0-4842-B327-A936AFCF3376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DBF6FD0A-A3A4-40DD-8B6C-99A332091956}"/>
              </a:ext>
            </a:extLst>
          </p:cNvPr>
          <p:cNvSpPr>
            <a:spLocks noGrp="1"/>
          </p:cNvSpPr>
          <p:nvPr>
            <p:ph type="dt" sz="half" idx="24"/>
          </p:nvPr>
        </p:nvSpPr>
        <p:spPr bwMode="gray">
          <a:xfrm>
            <a:off x="1343472" y="6381328"/>
            <a:ext cx="766235" cy="216024"/>
          </a:xfrm>
          <a:prstGeom prst="rect">
            <a:avLst/>
          </a:prstGeom>
        </p:spPr>
        <p:txBody>
          <a:bodyPr/>
          <a:lstStyle/>
          <a:p>
            <a:r>
              <a:rPr lang="de-DE"/>
              <a:t>|  01.03.2021  |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0B49309C-2F9A-4492-8BDA-EDA38384580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 bwMode="gray"/>
        <p:txBody>
          <a:bodyPr/>
          <a:lstStyle/>
          <a:p>
            <a:r>
              <a:rPr lang="de-DE"/>
              <a:t>Schwarz Folienbibliothek</a:t>
            </a:r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E6A901A4-7021-49DB-9792-AB13327B8934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 bwMode="gray"/>
        <p:txBody>
          <a:bodyPr/>
          <a:lstStyle/>
          <a:p>
            <a:pPr algn="r"/>
            <a:fld id="{8CFDFCC3-8B40-4EE5-B231-005F2F1C6A68}" type="slidenum">
              <a:rPr lang="de-DE" smtClean="0"/>
              <a:pPr algn="r"/>
              <a:t>‹Nr.›</a:t>
            </a:fld>
            <a:endParaRPr lang="de-DE"/>
          </a:p>
        </p:txBody>
      </p:sp>
      <p:sp>
        <p:nvSpPr>
          <p:cNvPr id="22" name="Textplatzhalter 9">
            <a:extLst>
              <a:ext uri="{FF2B5EF4-FFF2-40B4-BE49-F238E27FC236}">
                <a16:creationId xmlns:a16="http://schemas.microsoft.com/office/drawing/2014/main" id="{5876DD2E-A3CC-4078-9C1B-FBA47046FC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8632" y="815122"/>
            <a:ext cx="11376000" cy="360008"/>
          </a:xfrm>
        </p:spPr>
        <p:txBody>
          <a:bodyPr t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accent1"/>
                </a:solidFill>
                <a:latin typeface="+mn-lt"/>
              </a:defRPr>
            </a:lvl9pPr>
          </a:lstStyle>
          <a:p>
            <a:pPr lvl="0"/>
            <a:r>
              <a:rPr lang="de-DE"/>
              <a:t>Zusatz zum Folientitel</a:t>
            </a:r>
          </a:p>
        </p:txBody>
      </p:sp>
    </p:spTree>
    <p:extLst>
      <p:ext uri="{BB962C8B-B14F-4D97-AF65-F5344CB8AC3E}">
        <p14:creationId xmlns:p14="http://schemas.microsoft.com/office/powerpoint/2010/main" val="11450331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33D862F6-3C0A-4DA0-B849-6031AB571BB4}"/>
              </a:ext>
            </a:extLst>
          </p:cNvPr>
          <p:cNvSpPr/>
          <p:nvPr userDrawn="1"/>
        </p:nvSpPr>
        <p:spPr bwMode="gray">
          <a:xfrm>
            <a:off x="0" y="0"/>
            <a:ext cx="12191999" cy="6858000"/>
          </a:xfrm>
          <a:custGeom>
            <a:avLst/>
            <a:gdLst>
              <a:gd name="connsiteX0" fmla="*/ 108001 w 12084000"/>
              <a:gd name="connsiteY0" fmla="*/ 0 h 6642000"/>
              <a:gd name="connsiteX1" fmla="*/ 12084000 w 12084000"/>
              <a:gd name="connsiteY1" fmla="*/ 0 h 6642000"/>
              <a:gd name="connsiteX2" fmla="*/ 12084000 w 12084000"/>
              <a:gd name="connsiteY2" fmla="*/ 6642000 h 6642000"/>
              <a:gd name="connsiteX3" fmla="*/ 108001 w 12084000"/>
              <a:gd name="connsiteY3" fmla="*/ 6642000 h 6642000"/>
              <a:gd name="connsiteX4" fmla="*/ 0 w 12084000"/>
              <a:gd name="connsiteY4" fmla="*/ 0 h 6642000"/>
              <a:gd name="connsiteX5" fmla="*/ 1 w 12084000"/>
              <a:gd name="connsiteY5" fmla="*/ 0 h 6642000"/>
              <a:gd name="connsiteX6" fmla="*/ 1 w 12084000"/>
              <a:gd name="connsiteY6" fmla="*/ 6642000 h 6642000"/>
              <a:gd name="connsiteX7" fmla="*/ 0 w 12084000"/>
              <a:gd name="connsiteY7" fmla="*/ 6642000 h 6642000"/>
              <a:gd name="connsiteX0" fmla="*/ 108001 w 12084000"/>
              <a:gd name="connsiteY0" fmla="*/ 0 h 6642000"/>
              <a:gd name="connsiteX1" fmla="*/ 12084000 w 12084000"/>
              <a:gd name="connsiteY1" fmla="*/ 0 h 6642000"/>
              <a:gd name="connsiteX2" fmla="*/ 12084000 w 12084000"/>
              <a:gd name="connsiteY2" fmla="*/ 6642000 h 6642000"/>
              <a:gd name="connsiteX3" fmla="*/ 108001 w 12084000"/>
              <a:gd name="connsiteY3" fmla="*/ 6642000 h 6642000"/>
              <a:gd name="connsiteX4" fmla="*/ 108001 w 12084000"/>
              <a:gd name="connsiteY4" fmla="*/ 0 h 6642000"/>
              <a:gd name="connsiteX5" fmla="*/ 0 w 12084000"/>
              <a:gd name="connsiteY5" fmla="*/ 6642000 h 6642000"/>
              <a:gd name="connsiteX6" fmla="*/ 1 w 12084000"/>
              <a:gd name="connsiteY6" fmla="*/ 0 h 6642000"/>
              <a:gd name="connsiteX7" fmla="*/ 1 w 12084000"/>
              <a:gd name="connsiteY7" fmla="*/ 6642000 h 6642000"/>
              <a:gd name="connsiteX8" fmla="*/ 0 w 12084000"/>
              <a:gd name="connsiteY8" fmla="*/ 6642000 h 6642000"/>
              <a:gd name="connsiteX0" fmla="*/ 108001 w 12084000"/>
              <a:gd name="connsiteY0" fmla="*/ 0 h 6642000"/>
              <a:gd name="connsiteX1" fmla="*/ 12084000 w 12084000"/>
              <a:gd name="connsiteY1" fmla="*/ 0 h 6642000"/>
              <a:gd name="connsiteX2" fmla="*/ 12084000 w 12084000"/>
              <a:gd name="connsiteY2" fmla="*/ 6642000 h 6642000"/>
              <a:gd name="connsiteX3" fmla="*/ 108001 w 12084000"/>
              <a:gd name="connsiteY3" fmla="*/ 6642000 h 6642000"/>
              <a:gd name="connsiteX4" fmla="*/ 108001 w 12084000"/>
              <a:gd name="connsiteY4" fmla="*/ 0 h 6642000"/>
              <a:gd name="connsiteX5" fmla="*/ 0 w 12084000"/>
              <a:gd name="connsiteY5" fmla="*/ 6642000 h 6642000"/>
              <a:gd name="connsiteX6" fmla="*/ 1 w 12084000"/>
              <a:gd name="connsiteY6" fmla="*/ 6642000 h 6642000"/>
              <a:gd name="connsiteX7" fmla="*/ 0 w 12084000"/>
              <a:gd name="connsiteY7" fmla="*/ 6642000 h 6642000"/>
              <a:gd name="connsiteX0" fmla="*/ 0 w 11975999"/>
              <a:gd name="connsiteY0" fmla="*/ 0 h 6642000"/>
              <a:gd name="connsiteX1" fmla="*/ 11975999 w 11975999"/>
              <a:gd name="connsiteY1" fmla="*/ 0 h 6642000"/>
              <a:gd name="connsiteX2" fmla="*/ 11975999 w 11975999"/>
              <a:gd name="connsiteY2" fmla="*/ 6642000 h 6642000"/>
              <a:gd name="connsiteX3" fmla="*/ 0 w 11975999"/>
              <a:gd name="connsiteY3" fmla="*/ 6642000 h 6642000"/>
              <a:gd name="connsiteX4" fmla="*/ 0 w 11975999"/>
              <a:gd name="connsiteY4" fmla="*/ 0 h 664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75999" h="6642000">
                <a:moveTo>
                  <a:pt x="0" y="0"/>
                </a:moveTo>
                <a:lnTo>
                  <a:pt x="11975999" y="0"/>
                </a:lnTo>
                <a:lnTo>
                  <a:pt x="11975999" y="6642000"/>
                </a:lnTo>
                <a:lnTo>
                  <a:pt x="0" y="6642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sz="1600">
              <a:solidFill>
                <a:schemeClr val="bg1"/>
              </a:solidFill>
            </a:endParaRPr>
          </a:p>
        </p:txBody>
      </p:sp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B80F7CB1-C08B-4799-BB30-E1295167F638}"/>
              </a:ext>
            </a:extLst>
          </p:cNvPr>
          <p:cNvSpPr/>
          <p:nvPr userDrawn="1"/>
        </p:nvSpPr>
        <p:spPr bwMode="gray">
          <a:xfrm>
            <a:off x="0" y="0"/>
            <a:ext cx="5033937" cy="6858000"/>
          </a:xfrm>
          <a:custGeom>
            <a:avLst/>
            <a:gdLst>
              <a:gd name="connsiteX0" fmla="*/ 0 w 4952975"/>
              <a:gd name="connsiteY0" fmla="*/ 0 h 6858000"/>
              <a:gd name="connsiteX1" fmla="*/ 206326 w 4952975"/>
              <a:gd name="connsiteY1" fmla="*/ 0 h 6858000"/>
              <a:gd name="connsiteX2" fmla="*/ 1152869 w 4952975"/>
              <a:gd name="connsiteY2" fmla="*/ 0 h 6858000"/>
              <a:gd name="connsiteX3" fmla="*/ 3359696 w 4952975"/>
              <a:gd name="connsiteY3" fmla="*/ 0 h 6858000"/>
              <a:gd name="connsiteX4" fmla="*/ 4952975 w 4952975"/>
              <a:gd name="connsiteY4" fmla="*/ 3428998 h 6858000"/>
              <a:gd name="connsiteX5" fmla="*/ 3359694 w 4952975"/>
              <a:gd name="connsiteY5" fmla="*/ 6858000 h 6858000"/>
              <a:gd name="connsiteX6" fmla="*/ 0 w 4952975"/>
              <a:gd name="connsiteY6" fmla="*/ 6858000 h 6858000"/>
              <a:gd name="connsiteX0" fmla="*/ 0 w 5033937"/>
              <a:gd name="connsiteY0" fmla="*/ 0 h 6858000"/>
              <a:gd name="connsiteX1" fmla="*/ 206326 w 5033937"/>
              <a:gd name="connsiteY1" fmla="*/ 0 h 6858000"/>
              <a:gd name="connsiteX2" fmla="*/ 1152869 w 5033937"/>
              <a:gd name="connsiteY2" fmla="*/ 0 h 6858000"/>
              <a:gd name="connsiteX3" fmla="*/ 3359696 w 5033937"/>
              <a:gd name="connsiteY3" fmla="*/ 0 h 6858000"/>
              <a:gd name="connsiteX4" fmla="*/ 5033937 w 5033937"/>
              <a:gd name="connsiteY4" fmla="*/ 3428998 h 6858000"/>
              <a:gd name="connsiteX5" fmla="*/ 3359694 w 5033937"/>
              <a:gd name="connsiteY5" fmla="*/ 6858000 h 6858000"/>
              <a:gd name="connsiteX6" fmla="*/ 0 w 5033937"/>
              <a:gd name="connsiteY6" fmla="*/ 6858000 h 6858000"/>
              <a:gd name="connsiteX7" fmla="*/ 0 w 5033937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33937" h="6858000">
                <a:moveTo>
                  <a:pt x="0" y="0"/>
                </a:moveTo>
                <a:lnTo>
                  <a:pt x="206326" y="0"/>
                </a:lnTo>
                <a:lnTo>
                  <a:pt x="1152869" y="0"/>
                </a:lnTo>
                <a:lnTo>
                  <a:pt x="3359696" y="0"/>
                </a:lnTo>
                <a:lnTo>
                  <a:pt x="5033937" y="3428998"/>
                </a:lnTo>
                <a:lnTo>
                  <a:pt x="335969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err="1">
              <a:solidFill>
                <a:schemeClr val="bg1"/>
              </a:solidFill>
            </a:endParaRPr>
          </a:p>
        </p:txBody>
      </p:sp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961FAAE8-D7A5-42BB-B27C-AE3FEDB2B00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87449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15" imgH="416" progId="TCLayout.ActiveDocument.1">
                  <p:embed/>
                </p:oleObj>
              </mc:Choice>
              <mc:Fallback>
                <p:oleObj name="think-cell Folie" r:id="rId4" imgW="415" imgH="416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961FAAE8-D7A5-42BB-B27C-AE3FEDB2B0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 hidden="1">
            <a:extLst>
              <a:ext uri="{FF2B5EF4-FFF2-40B4-BE49-F238E27FC236}">
                <a16:creationId xmlns:a16="http://schemas.microsoft.com/office/drawing/2014/main" id="{4843BD60-3C21-4DFB-9315-8E1B14158B5E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gradFill>
            <a:gsLst>
              <a:gs pos="0">
                <a:srgbClr val="006FB9"/>
              </a:gs>
              <a:gs pos="60000">
                <a:srgbClr val="0050AA"/>
              </a:gs>
              <a:gs pos="100000">
                <a:srgbClr val="003565"/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de-DE" sz="48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Lidl Font Pro" panose="02000000000000000000" pitchFamily="2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551384" y="2937818"/>
            <a:ext cx="3816424" cy="923230"/>
          </a:xfrm>
        </p:spPr>
        <p:txBody>
          <a:bodyPr lIns="0" tIns="144000" rIns="0" bIns="0" anchor="t" anchorCtr="0"/>
          <a:lstStyle>
            <a:lvl1pPr algn="l">
              <a:lnSpc>
                <a:spcPct val="90000"/>
              </a:lnSpc>
              <a:spcBef>
                <a:spcPts val="0"/>
              </a:spcBef>
              <a:defRPr sz="36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Vielen Dank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DD2EEC3-FC57-45CE-AE1E-E4B35AFF42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8616632" y="2925016"/>
            <a:ext cx="3168000" cy="1512168"/>
          </a:xfrm>
        </p:spPr>
        <p:txBody>
          <a:bodyPr tIns="180000" anchor="t" anchorCtr="0"/>
          <a:lstStyle>
            <a:lvl1pPr>
              <a:lnSpc>
                <a:spcPct val="100000"/>
              </a:lnSpc>
              <a:spcAft>
                <a:spcPts val="600"/>
              </a:spcAft>
              <a:defRPr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Aft>
                <a:spcPts val="200"/>
              </a:spcAft>
              <a:buNone/>
              <a:defRPr sz="1400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Aft>
                <a:spcPts val="200"/>
              </a:spcAft>
              <a:buNone/>
              <a:defRPr sz="1400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Aft>
                <a:spcPts val="200"/>
              </a:spcAft>
              <a:buNone/>
              <a:defRPr sz="1400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Aft>
                <a:spcPts val="200"/>
              </a:spcAft>
              <a:buNone/>
              <a:defRPr sz="1400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Aft>
                <a:spcPts val="200"/>
              </a:spcAft>
              <a:buNone/>
              <a:defRPr sz="1400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Aft>
                <a:spcPts val="200"/>
              </a:spcAft>
              <a:buNone/>
              <a:defRPr sz="1400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Aft>
                <a:spcPts val="200"/>
              </a:spcAft>
              <a:buNone/>
              <a:defRPr sz="1400">
                <a:solidFill>
                  <a:schemeClr val="tx1"/>
                </a:solidFill>
              </a:defRPr>
            </a:lvl9pPr>
          </a:lstStyle>
          <a:p>
            <a:r>
              <a:rPr lang="de-DE"/>
              <a:t>Vorname Nachname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304883" y="2925016"/>
            <a:ext cx="3168000" cy="1512168"/>
          </a:xfrm>
        </p:spPr>
        <p:txBody>
          <a:bodyPr tIns="180000" anchor="t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i="0">
                <a:solidFill>
                  <a:schemeClr val="accent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e-DE"/>
              <a:t>Vorname Nachname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endParaRPr lang="de-DE"/>
          </a:p>
        </p:txBody>
      </p:sp>
      <p:sp>
        <p:nvSpPr>
          <p:cNvPr id="24" name="Textplatzhalter 4">
            <a:extLst>
              <a:ext uri="{FF2B5EF4-FFF2-40B4-BE49-F238E27FC236}">
                <a16:creationId xmlns:a16="http://schemas.microsoft.com/office/drawing/2014/main" id="{676B4420-30A9-462A-8B6C-EBBDFAED7B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8616632" y="4437184"/>
            <a:ext cx="3168000" cy="648000"/>
          </a:xfrm>
        </p:spPr>
        <p:txBody>
          <a:bodyPr anchor="t" anchorCtr="0"/>
          <a:lstStyle>
            <a:lvl1pPr>
              <a:lnSpc>
                <a:spcPct val="100000"/>
              </a:lnSpc>
              <a:spcAft>
                <a:spcPts val="200"/>
              </a:spcAft>
              <a:defRPr sz="14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Aft>
                <a:spcPts val="200"/>
              </a:spcAft>
              <a:buNone/>
              <a:defRPr sz="1400" b="0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Aft>
                <a:spcPts val="200"/>
              </a:spcAft>
              <a:buNone/>
              <a:defRPr sz="1400" b="0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Aft>
                <a:spcPts val="200"/>
              </a:spcAft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Aft>
                <a:spcPts val="200"/>
              </a:spcAft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Aft>
                <a:spcPts val="200"/>
              </a:spcAft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Aft>
                <a:spcPts val="200"/>
              </a:spcAft>
              <a:buNone/>
              <a:defRPr sz="1400" b="0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Aft>
                <a:spcPts val="200"/>
              </a:spcAft>
              <a:buNone/>
              <a:defRPr sz="1400" b="0">
                <a:solidFill>
                  <a:schemeClr val="tx1"/>
                </a:solidFill>
              </a:defRPr>
            </a:lvl9pPr>
          </a:lstStyle>
          <a:p>
            <a:pPr>
              <a:spcAft>
                <a:spcPts val="200"/>
              </a:spcAft>
            </a:pPr>
            <a:r>
              <a:rPr lang="de-DE">
                <a:latin typeface="+mn-lt"/>
              </a:rPr>
              <a:t>Tel</a:t>
            </a:r>
            <a:br>
              <a:rPr lang="de-DE">
                <a:latin typeface="+mn-lt"/>
              </a:rPr>
            </a:br>
            <a:r>
              <a:rPr lang="de-DE">
                <a:latin typeface="+mn-lt"/>
              </a:rPr>
              <a:t>E-Mail</a:t>
            </a:r>
          </a:p>
        </p:txBody>
      </p:sp>
      <p:sp>
        <p:nvSpPr>
          <p:cNvPr id="25" name="Textplatzhalter 4">
            <a:extLst>
              <a:ext uri="{FF2B5EF4-FFF2-40B4-BE49-F238E27FC236}">
                <a16:creationId xmlns:a16="http://schemas.microsoft.com/office/drawing/2014/main" id="{FE0E7FF9-D812-4D7F-8F85-17DEDFD8AB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5304616" y="4437184"/>
            <a:ext cx="3168000" cy="648000"/>
          </a:xfrm>
        </p:spPr>
        <p:txBody>
          <a:bodyPr anchor="t" anchorCtr="0"/>
          <a:lstStyle>
            <a:lvl1pPr>
              <a:lnSpc>
                <a:spcPct val="100000"/>
              </a:lnSpc>
              <a:spcAft>
                <a:spcPts val="200"/>
              </a:spcAft>
              <a:defRPr sz="14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Aft>
                <a:spcPts val="200"/>
              </a:spcAft>
              <a:buNone/>
              <a:defRPr sz="1400" b="0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Aft>
                <a:spcPts val="200"/>
              </a:spcAft>
              <a:buNone/>
              <a:defRPr sz="1400" b="0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Aft>
                <a:spcPts val="200"/>
              </a:spcAft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Aft>
                <a:spcPts val="200"/>
              </a:spcAft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Aft>
                <a:spcPts val="200"/>
              </a:spcAft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Aft>
                <a:spcPts val="200"/>
              </a:spcAft>
              <a:buNone/>
              <a:defRPr sz="1400" b="0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Aft>
                <a:spcPts val="200"/>
              </a:spcAft>
              <a:buNone/>
              <a:defRPr sz="1400" b="0">
                <a:solidFill>
                  <a:schemeClr val="tx1"/>
                </a:solidFill>
              </a:defRPr>
            </a:lvl9pPr>
          </a:lstStyle>
          <a:p>
            <a:pPr>
              <a:spcAft>
                <a:spcPts val="200"/>
              </a:spcAft>
            </a:pPr>
            <a:r>
              <a:rPr lang="de-DE">
                <a:latin typeface="+mn-lt"/>
              </a:rPr>
              <a:t>Tel</a:t>
            </a:r>
            <a:br>
              <a:rPr lang="de-DE">
                <a:latin typeface="+mn-lt"/>
              </a:rPr>
            </a:br>
            <a:r>
              <a:rPr lang="de-DE">
                <a:latin typeface="+mn-lt"/>
              </a:rPr>
              <a:t>E-Mail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B4DC1B2-D752-463A-BF98-605012674B9D}"/>
              </a:ext>
            </a:extLst>
          </p:cNvPr>
          <p:cNvSpPr/>
          <p:nvPr userDrawn="1"/>
        </p:nvSpPr>
        <p:spPr bwMode="gray">
          <a:xfrm>
            <a:off x="552004" y="0"/>
            <a:ext cx="1511548" cy="198884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err="1">
              <a:solidFill>
                <a:schemeClr val="tx1"/>
              </a:solidFill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9CE4163-CF6D-4D59-944A-5C305EC0116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2004" y="129502"/>
            <a:ext cx="1511548" cy="185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046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7">
          <p15:clr>
            <a:srgbClr val="F26B43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33D862F6-3C0A-4DA0-B849-6031AB571BB4}"/>
              </a:ext>
            </a:extLst>
          </p:cNvPr>
          <p:cNvSpPr/>
          <p:nvPr userDrawn="1"/>
        </p:nvSpPr>
        <p:spPr bwMode="gray">
          <a:xfrm>
            <a:off x="1" y="0"/>
            <a:ext cx="12192000" cy="6852426"/>
          </a:xfrm>
          <a:custGeom>
            <a:avLst/>
            <a:gdLst>
              <a:gd name="connsiteX0" fmla="*/ 108001 w 12084000"/>
              <a:gd name="connsiteY0" fmla="*/ 0 h 6642000"/>
              <a:gd name="connsiteX1" fmla="*/ 12084000 w 12084000"/>
              <a:gd name="connsiteY1" fmla="*/ 0 h 6642000"/>
              <a:gd name="connsiteX2" fmla="*/ 12084000 w 12084000"/>
              <a:gd name="connsiteY2" fmla="*/ 6642000 h 6642000"/>
              <a:gd name="connsiteX3" fmla="*/ 108001 w 12084000"/>
              <a:gd name="connsiteY3" fmla="*/ 6642000 h 6642000"/>
              <a:gd name="connsiteX4" fmla="*/ 0 w 12084000"/>
              <a:gd name="connsiteY4" fmla="*/ 0 h 6642000"/>
              <a:gd name="connsiteX5" fmla="*/ 1 w 12084000"/>
              <a:gd name="connsiteY5" fmla="*/ 0 h 6642000"/>
              <a:gd name="connsiteX6" fmla="*/ 1 w 12084000"/>
              <a:gd name="connsiteY6" fmla="*/ 6642000 h 6642000"/>
              <a:gd name="connsiteX7" fmla="*/ 0 w 12084000"/>
              <a:gd name="connsiteY7" fmla="*/ 6642000 h 6642000"/>
              <a:gd name="connsiteX0" fmla="*/ 108001 w 12084000"/>
              <a:gd name="connsiteY0" fmla="*/ 0 h 6642000"/>
              <a:gd name="connsiteX1" fmla="*/ 12084000 w 12084000"/>
              <a:gd name="connsiteY1" fmla="*/ 0 h 6642000"/>
              <a:gd name="connsiteX2" fmla="*/ 12084000 w 12084000"/>
              <a:gd name="connsiteY2" fmla="*/ 6642000 h 6642000"/>
              <a:gd name="connsiteX3" fmla="*/ 108001 w 12084000"/>
              <a:gd name="connsiteY3" fmla="*/ 6642000 h 6642000"/>
              <a:gd name="connsiteX4" fmla="*/ 108001 w 12084000"/>
              <a:gd name="connsiteY4" fmla="*/ 0 h 6642000"/>
              <a:gd name="connsiteX5" fmla="*/ 0 w 12084000"/>
              <a:gd name="connsiteY5" fmla="*/ 6642000 h 6642000"/>
              <a:gd name="connsiteX6" fmla="*/ 1 w 12084000"/>
              <a:gd name="connsiteY6" fmla="*/ 0 h 6642000"/>
              <a:gd name="connsiteX7" fmla="*/ 1 w 12084000"/>
              <a:gd name="connsiteY7" fmla="*/ 6642000 h 6642000"/>
              <a:gd name="connsiteX8" fmla="*/ 0 w 12084000"/>
              <a:gd name="connsiteY8" fmla="*/ 6642000 h 6642000"/>
              <a:gd name="connsiteX0" fmla="*/ 108001 w 12084000"/>
              <a:gd name="connsiteY0" fmla="*/ 0 h 6642000"/>
              <a:gd name="connsiteX1" fmla="*/ 12084000 w 12084000"/>
              <a:gd name="connsiteY1" fmla="*/ 0 h 6642000"/>
              <a:gd name="connsiteX2" fmla="*/ 12084000 w 12084000"/>
              <a:gd name="connsiteY2" fmla="*/ 6642000 h 6642000"/>
              <a:gd name="connsiteX3" fmla="*/ 108001 w 12084000"/>
              <a:gd name="connsiteY3" fmla="*/ 6642000 h 6642000"/>
              <a:gd name="connsiteX4" fmla="*/ 108001 w 12084000"/>
              <a:gd name="connsiteY4" fmla="*/ 0 h 6642000"/>
              <a:gd name="connsiteX5" fmla="*/ 0 w 12084000"/>
              <a:gd name="connsiteY5" fmla="*/ 6642000 h 6642000"/>
              <a:gd name="connsiteX6" fmla="*/ 1 w 12084000"/>
              <a:gd name="connsiteY6" fmla="*/ 6642000 h 6642000"/>
              <a:gd name="connsiteX7" fmla="*/ 0 w 12084000"/>
              <a:gd name="connsiteY7" fmla="*/ 6642000 h 6642000"/>
              <a:gd name="connsiteX0" fmla="*/ 0 w 11975999"/>
              <a:gd name="connsiteY0" fmla="*/ 0 h 6642000"/>
              <a:gd name="connsiteX1" fmla="*/ 11975999 w 11975999"/>
              <a:gd name="connsiteY1" fmla="*/ 0 h 6642000"/>
              <a:gd name="connsiteX2" fmla="*/ 11975999 w 11975999"/>
              <a:gd name="connsiteY2" fmla="*/ 6642000 h 6642000"/>
              <a:gd name="connsiteX3" fmla="*/ 0 w 11975999"/>
              <a:gd name="connsiteY3" fmla="*/ 6642000 h 6642000"/>
              <a:gd name="connsiteX4" fmla="*/ 0 w 11975999"/>
              <a:gd name="connsiteY4" fmla="*/ 0 h 664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75999" h="6642000">
                <a:moveTo>
                  <a:pt x="0" y="0"/>
                </a:moveTo>
                <a:lnTo>
                  <a:pt x="11975999" y="0"/>
                </a:lnTo>
                <a:lnTo>
                  <a:pt x="11975999" y="6642000"/>
                </a:lnTo>
                <a:lnTo>
                  <a:pt x="0" y="6642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sz="1600">
              <a:solidFill>
                <a:schemeClr val="bg1"/>
              </a:solidFill>
            </a:endParaRP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6AE3585F-7C6A-45A5-92D5-969017F509D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-1269" y="-1"/>
            <a:ext cx="6004648" cy="6858000"/>
          </a:xfrm>
          <a:custGeom>
            <a:avLst/>
            <a:gdLst>
              <a:gd name="connsiteX0" fmla="*/ 553273 w 6004648"/>
              <a:gd name="connsiteY0" fmla="*/ 1 h 6858000"/>
              <a:gd name="connsiteX1" fmla="*/ 553273 w 6004648"/>
              <a:gd name="connsiteY1" fmla="*/ 1988841 h 6858000"/>
              <a:gd name="connsiteX2" fmla="*/ 2064821 w 6004648"/>
              <a:gd name="connsiteY2" fmla="*/ 1988841 h 6858000"/>
              <a:gd name="connsiteX3" fmla="*/ 2064821 w 6004648"/>
              <a:gd name="connsiteY3" fmla="*/ 1 h 6858000"/>
              <a:gd name="connsiteX4" fmla="*/ 1268 w 6004648"/>
              <a:gd name="connsiteY4" fmla="*/ 0 h 6858000"/>
              <a:gd name="connsiteX5" fmla="*/ 120331 w 6004648"/>
              <a:gd name="connsiteY5" fmla="*/ 0 h 6858000"/>
              <a:gd name="connsiteX6" fmla="*/ 409256 w 6004648"/>
              <a:gd name="connsiteY6" fmla="*/ 0 h 6858000"/>
              <a:gd name="connsiteX7" fmla="*/ 1920804 w 6004648"/>
              <a:gd name="connsiteY7" fmla="*/ 0 h 6858000"/>
              <a:gd name="connsiteX8" fmla="*/ 2178969 w 6004648"/>
              <a:gd name="connsiteY8" fmla="*/ 0 h 6858000"/>
              <a:gd name="connsiteX9" fmla="*/ 2496818 w 6004648"/>
              <a:gd name="connsiteY9" fmla="*/ 0 h 6858000"/>
              <a:gd name="connsiteX10" fmla="*/ 4331757 w 6004648"/>
              <a:gd name="connsiteY10" fmla="*/ 0 h 6858000"/>
              <a:gd name="connsiteX11" fmla="*/ 6004648 w 6004648"/>
              <a:gd name="connsiteY11" fmla="*/ 3428998 h 6858000"/>
              <a:gd name="connsiteX12" fmla="*/ 4331756 w 6004648"/>
              <a:gd name="connsiteY12" fmla="*/ 6858000 h 6858000"/>
              <a:gd name="connsiteX13" fmla="*/ 1002418 w 6004648"/>
              <a:gd name="connsiteY13" fmla="*/ 6858000 h 6858000"/>
              <a:gd name="connsiteX14" fmla="*/ 1002418 w 6004648"/>
              <a:gd name="connsiteY14" fmla="*/ 6857229 h 6858000"/>
              <a:gd name="connsiteX15" fmla="*/ 0 w 6004648"/>
              <a:gd name="connsiteY15" fmla="*/ 6857229 h 6858000"/>
              <a:gd name="connsiteX16" fmla="*/ 0 w 6004648"/>
              <a:gd name="connsiteY16" fmla="*/ 768 h 6858000"/>
              <a:gd name="connsiteX17" fmla="*/ 1268 w 6004648"/>
              <a:gd name="connsiteY17" fmla="*/ 76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6004648" h="6858000">
                <a:moveTo>
                  <a:pt x="553273" y="1"/>
                </a:moveTo>
                <a:lnTo>
                  <a:pt x="553273" y="1988841"/>
                </a:lnTo>
                <a:lnTo>
                  <a:pt x="2064821" y="1988841"/>
                </a:lnTo>
                <a:lnTo>
                  <a:pt x="2064821" y="1"/>
                </a:lnTo>
                <a:close/>
                <a:moveTo>
                  <a:pt x="1268" y="0"/>
                </a:moveTo>
                <a:lnTo>
                  <a:pt x="120331" y="0"/>
                </a:lnTo>
                <a:lnTo>
                  <a:pt x="409256" y="0"/>
                </a:lnTo>
                <a:lnTo>
                  <a:pt x="1920804" y="0"/>
                </a:lnTo>
                <a:lnTo>
                  <a:pt x="2178969" y="0"/>
                </a:lnTo>
                <a:lnTo>
                  <a:pt x="2496818" y="0"/>
                </a:lnTo>
                <a:lnTo>
                  <a:pt x="4331757" y="0"/>
                </a:lnTo>
                <a:lnTo>
                  <a:pt x="6004648" y="3428998"/>
                </a:lnTo>
                <a:lnTo>
                  <a:pt x="4331756" y="6858000"/>
                </a:lnTo>
                <a:lnTo>
                  <a:pt x="1002418" y="6858000"/>
                </a:lnTo>
                <a:lnTo>
                  <a:pt x="1002418" y="6857229"/>
                </a:lnTo>
                <a:lnTo>
                  <a:pt x="0" y="6857229"/>
                </a:lnTo>
                <a:lnTo>
                  <a:pt x="0" y="768"/>
                </a:lnTo>
                <a:lnTo>
                  <a:pt x="1268" y="768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961FAAE8-D7A5-42BB-B27C-AE3FEDB2B00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018631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15" imgH="416" progId="TCLayout.ActiveDocument.1">
                  <p:embed/>
                </p:oleObj>
              </mc:Choice>
              <mc:Fallback>
                <p:oleObj name="think-cell Folie" r:id="rId4" imgW="415" imgH="416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961FAAE8-D7A5-42BB-B27C-AE3FEDB2B0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 hidden="1">
            <a:extLst>
              <a:ext uri="{FF2B5EF4-FFF2-40B4-BE49-F238E27FC236}">
                <a16:creationId xmlns:a16="http://schemas.microsoft.com/office/drawing/2014/main" id="{4843BD60-3C21-4DFB-9315-8E1B14158B5E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gradFill>
            <a:gsLst>
              <a:gs pos="0">
                <a:srgbClr val="006FB9"/>
              </a:gs>
              <a:gs pos="60000">
                <a:srgbClr val="0050AA"/>
              </a:gs>
              <a:gs pos="100000">
                <a:srgbClr val="003565"/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de-DE" sz="48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Lidl Font Pro" panose="02000000000000000000" pitchFamily="2" charset="0"/>
            </a:endParaRPr>
          </a:p>
        </p:txBody>
      </p:sp>
      <p:sp>
        <p:nvSpPr>
          <p:cNvPr id="2" name="Titel 1"/>
          <p:cNvSpPr>
            <a:spLocks noGrp="1"/>
          </p:cNvSpPr>
          <p:nvPr userDrawn="1">
            <p:ph type="ctrTitle" hasCustomPrompt="1"/>
          </p:nvPr>
        </p:nvSpPr>
        <p:spPr bwMode="gray">
          <a:xfrm>
            <a:off x="6311900" y="1556864"/>
            <a:ext cx="5472113" cy="1295400"/>
          </a:xfrm>
        </p:spPr>
        <p:txBody>
          <a:bodyPr anchor="t" anchorCtr="0"/>
          <a:lstStyle>
            <a:lvl1pPr algn="l">
              <a:lnSpc>
                <a:spcPct val="90000"/>
              </a:lnSpc>
              <a:spcBef>
                <a:spcPts val="0"/>
              </a:spcBef>
              <a:defRPr sz="3600" b="1" i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/>
              <a:t>Vielen Dank</a:t>
            </a:r>
          </a:p>
        </p:txBody>
      </p:sp>
      <p:sp>
        <p:nvSpPr>
          <p:cNvPr id="3" name="Untertitel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6311900" y="2925016"/>
            <a:ext cx="5472113" cy="1512168"/>
          </a:xfrm>
        </p:spPr>
        <p:txBody>
          <a:bodyPr tIns="180000" anchor="t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i="0">
                <a:solidFill>
                  <a:schemeClr val="accent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e-DE"/>
              <a:t>Vorname Nachname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endParaRPr lang="de-DE"/>
          </a:p>
        </p:txBody>
      </p:sp>
      <p:sp>
        <p:nvSpPr>
          <p:cNvPr id="25" name="Textplatzhalter 4">
            <a:extLst>
              <a:ext uri="{FF2B5EF4-FFF2-40B4-BE49-F238E27FC236}">
                <a16:creationId xmlns:a16="http://schemas.microsoft.com/office/drawing/2014/main" id="{FE0E7FF9-D812-4D7F-8F85-17DEDFD8ABA4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gray">
          <a:xfrm>
            <a:off x="6311978" y="4437184"/>
            <a:ext cx="5470768" cy="648000"/>
          </a:xfrm>
        </p:spPr>
        <p:txBody>
          <a:bodyPr anchor="t" anchorCtr="0"/>
          <a:lstStyle>
            <a:lvl1pPr>
              <a:lnSpc>
                <a:spcPct val="100000"/>
              </a:lnSpc>
              <a:spcAft>
                <a:spcPts val="200"/>
              </a:spcAft>
              <a:defRPr sz="14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Aft>
                <a:spcPts val="200"/>
              </a:spcAft>
              <a:buNone/>
              <a:defRPr sz="1400" b="0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Aft>
                <a:spcPts val="200"/>
              </a:spcAft>
              <a:buNone/>
              <a:defRPr sz="1400" b="0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Aft>
                <a:spcPts val="200"/>
              </a:spcAft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Aft>
                <a:spcPts val="200"/>
              </a:spcAft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Aft>
                <a:spcPts val="200"/>
              </a:spcAft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Aft>
                <a:spcPts val="200"/>
              </a:spcAft>
              <a:buNone/>
              <a:defRPr sz="1400" b="0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Aft>
                <a:spcPts val="200"/>
              </a:spcAft>
              <a:buNone/>
              <a:defRPr sz="1400" b="0">
                <a:solidFill>
                  <a:schemeClr val="tx1"/>
                </a:solidFill>
              </a:defRPr>
            </a:lvl9pPr>
          </a:lstStyle>
          <a:p>
            <a:pPr>
              <a:spcAft>
                <a:spcPts val="200"/>
              </a:spcAft>
            </a:pPr>
            <a:r>
              <a:rPr lang="de-DE">
                <a:latin typeface="+mn-lt"/>
              </a:rPr>
              <a:t>Tel</a:t>
            </a:r>
            <a:br>
              <a:rPr lang="de-DE">
                <a:latin typeface="+mn-lt"/>
              </a:rPr>
            </a:br>
            <a:r>
              <a:rPr lang="de-DE">
                <a:latin typeface="+mn-lt"/>
              </a:rPr>
              <a:t>E-Mail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130BC9D-5AB3-46F1-A92A-270435D0A2C8}"/>
              </a:ext>
            </a:extLst>
          </p:cNvPr>
          <p:cNvSpPr/>
          <p:nvPr userDrawn="1"/>
        </p:nvSpPr>
        <p:spPr bwMode="gray">
          <a:xfrm>
            <a:off x="552004" y="0"/>
            <a:ext cx="1511548" cy="198884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err="1">
              <a:solidFill>
                <a:schemeClr val="tx1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BD5520C-5FFF-4B7E-B4D7-FEA5AC75E5A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2004" y="129502"/>
            <a:ext cx="1511548" cy="185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557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7">
          <p15:clr>
            <a:srgbClr val="F26B43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BB64F6A-29EE-4F10-83C2-C68A76477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|  01.03.2021  |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30E21EA-4D0C-4E4A-971B-90A31A302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Schwarz Folienbibliothek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0DC512E-2A30-4C64-BA6C-F9BB8810E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8CFDFCC3-8B40-4EE5-B231-005F2F1C6A68}" type="slidenum">
              <a:rPr lang="de-DE" smtClean="0"/>
              <a:pPr algn="r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63646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Neuer Stand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1" descr="bg_rauschen_DINA3.jpg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white">
          <a:xfrm>
            <a:off x="144051" y="141001"/>
            <a:ext cx="11908306" cy="6576000"/>
          </a:xfrm>
          <a:prstGeom prst="rect">
            <a:avLst/>
          </a:prstGeom>
        </p:spPr>
      </p:pic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25FF-2D26-46F3-BBE9-3246812FE814}" type="datetime1">
              <a:rPr lang="de-DE" smtClean="0"/>
              <a:t>27.04.2025</a:t>
            </a:fld>
            <a:endParaRPr lang="de-DE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Bereichsbezeichnung oder Projekt  //  Titel der Präsentation  //  XX.XX.20XX  //</a:t>
            </a:r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C1E0B-BD27-42F8-BC6B-2F0636970842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3"/>
          </p:nvPr>
        </p:nvSpPr>
        <p:spPr bwMode="gray">
          <a:xfrm>
            <a:off x="407248" y="876576"/>
            <a:ext cx="11352277" cy="536703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403277" y="262409"/>
            <a:ext cx="11356249" cy="502934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Neuer Standort</a:t>
            </a:r>
          </a:p>
        </p:txBody>
      </p:sp>
    </p:spTree>
    <p:extLst>
      <p:ext uri="{BB962C8B-B14F-4D97-AF65-F5344CB8AC3E}">
        <p14:creationId xmlns:p14="http://schemas.microsoft.com/office/powerpoint/2010/main" val="1594803982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1E83587-1E5E-4EBF-A379-A94A0998FA5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7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95" imgH="396" progId="TCLayout.ActiveDocument.1">
                  <p:embed/>
                </p:oleObj>
              </mc:Choice>
              <mc:Fallback>
                <p:oleObj name="think-cell Folie" r:id="rId4" imgW="395" imgH="39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1E83587-1E5E-4EBF-A379-A94A0998FA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7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4319DFA4-A0F2-40F9-91B0-2AE63B995BA9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0" y="0"/>
            <a:ext cx="158771" cy="1587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799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 err="1"/>
              <a:t>Titelmasterformat</a:t>
            </a:r>
            <a:r>
              <a:rPr lang="en-US"/>
              <a:t> </a:t>
            </a:r>
            <a:r>
              <a:rPr lang="en-US" err="1"/>
              <a:t>durch</a:t>
            </a:r>
            <a:r>
              <a:rPr lang="en-US"/>
              <a:t> </a:t>
            </a:r>
            <a:r>
              <a:rPr lang="en-US" err="1"/>
              <a:t>Klicken</a:t>
            </a:r>
            <a:r>
              <a:rPr lang="en-US"/>
              <a:t> </a:t>
            </a:r>
            <a:r>
              <a:rPr lang="en-US" err="1"/>
              <a:t>bearbeiten</a:t>
            </a:r>
            <a:endParaRPr lang="en-US"/>
          </a:p>
        </p:txBody>
      </p:sp>
      <p:sp>
        <p:nvSpPr>
          <p:cNvPr id="7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09631" y="738966"/>
            <a:ext cx="11349895" cy="426563"/>
          </a:xfrm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1800" b="1">
                <a:solidFill>
                  <a:srgbClr val="965AA0"/>
                </a:solidFill>
              </a:defRPr>
            </a:lvl1pPr>
            <a:lvl2pPr marL="1588" indent="0" algn="l">
              <a:lnSpc>
                <a:spcPct val="120000"/>
              </a:lnSpc>
              <a:buNone/>
              <a:defRPr sz="1800" b="1">
                <a:solidFill>
                  <a:srgbClr val="965AA0"/>
                </a:solidFill>
              </a:defRPr>
            </a:lvl2pPr>
            <a:lvl3pPr marL="0" indent="0" algn="l">
              <a:lnSpc>
                <a:spcPct val="120000"/>
              </a:lnSpc>
              <a:buNone/>
              <a:tabLst/>
              <a:defRPr sz="1800" b="1">
                <a:solidFill>
                  <a:srgbClr val="965AA0"/>
                </a:solidFill>
              </a:defRPr>
            </a:lvl3pPr>
            <a:lvl4pPr marL="1588" indent="0" algn="l">
              <a:lnSpc>
                <a:spcPct val="120000"/>
              </a:lnSpc>
              <a:buNone/>
              <a:defRPr sz="1800" b="1">
                <a:solidFill>
                  <a:srgbClr val="965AA0"/>
                </a:solidFill>
              </a:defRPr>
            </a:lvl4pPr>
            <a:lvl5pPr marL="0" indent="0" algn="l">
              <a:lnSpc>
                <a:spcPct val="120000"/>
              </a:lnSpc>
              <a:buNone/>
              <a:defRPr sz="1800" b="1">
                <a:solidFill>
                  <a:srgbClr val="965AA0"/>
                </a:solidFill>
              </a:defRPr>
            </a:lvl5pPr>
            <a:lvl6pPr marL="0" indent="0" algn="l">
              <a:lnSpc>
                <a:spcPct val="120000"/>
              </a:lnSpc>
              <a:buNone/>
              <a:defRPr sz="1800" b="1">
                <a:solidFill>
                  <a:srgbClr val="965AA0"/>
                </a:solidFill>
              </a:defRPr>
            </a:lvl6pPr>
            <a:lvl7pPr marL="0" indent="0" algn="l">
              <a:lnSpc>
                <a:spcPct val="120000"/>
              </a:lnSpc>
              <a:buNone/>
              <a:defRPr sz="1800" b="1">
                <a:solidFill>
                  <a:srgbClr val="965AA0"/>
                </a:solidFill>
              </a:defRPr>
            </a:lvl7pPr>
            <a:lvl8pPr marL="0" indent="0" algn="l">
              <a:lnSpc>
                <a:spcPct val="120000"/>
              </a:lnSpc>
              <a:buNone/>
              <a:defRPr sz="1800" b="1">
                <a:solidFill>
                  <a:srgbClr val="965AA0"/>
                </a:solidFill>
              </a:defRPr>
            </a:lvl8pPr>
            <a:lvl9pPr marL="1588" indent="0" algn="l">
              <a:lnSpc>
                <a:spcPct val="120000"/>
              </a:lnSpc>
              <a:buNone/>
              <a:defRPr sz="1800" b="1">
                <a:solidFill>
                  <a:srgbClr val="965AA0"/>
                </a:solidFill>
              </a:defRPr>
            </a:lvl9pPr>
          </a:lstStyle>
          <a:p>
            <a:pPr lvl="0"/>
            <a:r>
              <a:rPr lang="en-US" err="1"/>
              <a:t>Formatvorlage</a:t>
            </a:r>
            <a:r>
              <a:rPr lang="en-US"/>
              <a:t> des </a:t>
            </a:r>
            <a:r>
              <a:rPr lang="en-US" err="1"/>
              <a:t>Untertitelmasters</a:t>
            </a:r>
            <a:r>
              <a:rPr lang="en-US"/>
              <a:t> </a:t>
            </a:r>
            <a:r>
              <a:rPr lang="en-US" err="1"/>
              <a:t>durch</a:t>
            </a:r>
            <a:r>
              <a:rPr lang="en-US"/>
              <a:t> </a:t>
            </a:r>
            <a:r>
              <a:rPr lang="en-US" err="1"/>
              <a:t>Klicken</a:t>
            </a:r>
            <a:r>
              <a:rPr lang="en-US"/>
              <a:t> </a:t>
            </a:r>
            <a:r>
              <a:rPr lang="en-US" err="1"/>
              <a:t>bearbeiten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|  01.12.2021  |</a:t>
            </a:r>
            <a:endParaRPr lang="en-US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OneIT Industrial Template | Industrial EDGE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C1E0B-BD27-42F8-BC6B-2F0636970842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Textplatzhalter 8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248" y="1326148"/>
            <a:ext cx="11352277" cy="491746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err="1"/>
              <a:t>Textmasterformat</a:t>
            </a:r>
            <a:r>
              <a:rPr lang="en-US"/>
              <a:t> </a:t>
            </a:r>
            <a:r>
              <a:rPr lang="en-US" err="1"/>
              <a:t>bearbeiten</a:t>
            </a:r>
            <a:endParaRPr lang="en-US"/>
          </a:p>
          <a:p>
            <a:pPr lvl="1"/>
            <a:r>
              <a:rPr lang="en-US" err="1"/>
              <a:t>Zweite</a:t>
            </a:r>
            <a:r>
              <a:rPr lang="en-US"/>
              <a:t> </a:t>
            </a:r>
            <a:r>
              <a:rPr lang="en-US" err="1"/>
              <a:t>Ebene</a:t>
            </a:r>
            <a:endParaRPr lang="en-US"/>
          </a:p>
          <a:p>
            <a:pPr lvl="2"/>
            <a:r>
              <a:rPr lang="en-US" err="1"/>
              <a:t>Dritte</a:t>
            </a:r>
            <a:r>
              <a:rPr lang="en-US"/>
              <a:t> </a:t>
            </a:r>
            <a:r>
              <a:rPr lang="en-US" err="1"/>
              <a:t>Ebene</a:t>
            </a:r>
            <a:endParaRPr lang="en-US"/>
          </a:p>
          <a:p>
            <a:pPr lvl="3"/>
            <a:r>
              <a:rPr lang="en-US" err="1"/>
              <a:t>Vierte</a:t>
            </a:r>
            <a:r>
              <a:rPr lang="en-US"/>
              <a:t> </a:t>
            </a:r>
            <a:r>
              <a:rPr lang="en-US" err="1"/>
              <a:t>Ebene</a:t>
            </a:r>
            <a:endParaRPr lang="en-US"/>
          </a:p>
          <a:p>
            <a:pPr lvl="4"/>
            <a:r>
              <a:rPr lang="en-US" err="1"/>
              <a:t>Fünfte</a:t>
            </a:r>
            <a:r>
              <a:rPr lang="en-US"/>
              <a:t> </a:t>
            </a:r>
            <a:r>
              <a:rPr lang="en-US" err="1"/>
              <a:t>Ebene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043484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396052" y="395908"/>
            <a:ext cx="9719941" cy="502934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7" name="Untertitel 2"/>
          <p:cNvSpPr>
            <a:spLocks noGrp="1"/>
          </p:cNvSpPr>
          <p:nvPr>
            <p:ph type="subTitle" idx="1"/>
          </p:nvPr>
        </p:nvSpPr>
        <p:spPr bwMode="gray">
          <a:xfrm>
            <a:off x="410454" y="870998"/>
            <a:ext cx="9721265" cy="426563"/>
          </a:xfrm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1588" indent="0" algn="l">
              <a:lnSpc>
                <a:spcPct val="120000"/>
              </a:lnSpc>
              <a:buNone/>
              <a:defRPr sz="1800" b="1">
                <a:solidFill>
                  <a:srgbClr val="965AA0"/>
                </a:solidFill>
              </a:defRPr>
            </a:lvl2pPr>
            <a:lvl3pPr marL="0" indent="0" algn="l">
              <a:lnSpc>
                <a:spcPct val="120000"/>
              </a:lnSpc>
              <a:buNone/>
              <a:tabLst/>
              <a:defRPr sz="1800" b="1">
                <a:solidFill>
                  <a:srgbClr val="965AA0"/>
                </a:solidFill>
              </a:defRPr>
            </a:lvl3pPr>
            <a:lvl4pPr marL="1588" indent="0" algn="l">
              <a:lnSpc>
                <a:spcPct val="120000"/>
              </a:lnSpc>
              <a:buNone/>
              <a:defRPr sz="1800" b="1">
                <a:solidFill>
                  <a:srgbClr val="965AA0"/>
                </a:solidFill>
              </a:defRPr>
            </a:lvl4pPr>
            <a:lvl5pPr marL="0" indent="0" algn="l">
              <a:lnSpc>
                <a:spcPct val="120000"/>
              </a:lnSpc>
              <a:buNone/>
              <a:defRPr sz="1800" b="1">
                <a:solidFill>
                  <a:srgbClr val="965AA0"/>
                </a:solidFill>
              </a:defRPr>
            </a:lvl5pPr>
            <a:lvl6pPr marL="0" indent="0" algn="l">
              <a:lnSpc>
                <a:spcPct val="120000"/>
              </a:lnSpc>
              <a:buNone/>
              <a:defRPr sz="1800" b="1">
                <a:solidFill>
                  <a:srgbClr val="965AA0"/>
                </a:solidFill>
              </a:defRPr>
            </a:lvl6pPr>
            <a:lvl7pPr marL="0" indent="0" algn="l">
              <a:lnSpc>
                <a:spcPct val="120000"/>
              </a:lnSpc>
              <a:buNone/>
              <a:defRPr sz="1800" b="1">
                <a:solidFill>
                  <a:srgbClr val="965AA0"/>
                </a:solidFill>
              </a:defRPr>
            </a:lvl7pPr>
            <a:lvl8pPr marL="0" indent="0" algn="l">
              <a:lnSpc>
                <a:spcPct val="120000"/>
              </a:lnSpc>
              <a:buNone/>
              <a:defRPr sz="1800" b="1">
                <a:solidFill>
                  <a:srgbClr val="965AA0"/>
                </a:solidFill>
              </a:defRPr>
            </a:lvl8pPr>
            <a:lvl9pPr marL="1588" indent="0" algn="l">
              <a:lnSpc>
                <a:spcPct val="120000"/>
              </a:lnSpc>
              <a:buNone/>
              <a:defRPr sz="1800" b="1">
                <a:solidFill>
                  <a:srgbClr val="965AA0"/>
                </a:solidFill>
              </a:defRPr>
            </a:lvl9pPr>
          </a:lstStyle>
          <a:p>
            <a:pPr lvl="0"/>
            <a:r>
              <a:rPr lang="de-DE"/>
              <a:t>Master-Untertitelformat bearbeiten</a:t>
            </a:r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Unternehmen  //  Titel der Präsentation  //  XX.XX.20XX  //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C1E0B-BD27-42F8-BC6B-2F0636970842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Textplatzhalter 8"/>
          <p:cNvSpPr>
            <a:spLocks noGrp="1"/>
          </p:cNvSpPr>
          <p:nvPr>
            <p:ph type="body" sz="quarter" idx="13"/>
          </p:nvPr>
        </p:nvSpPr>
        <p:spPr bwMode="gray">
          <a:xfrm>
            <a:off x="407248" y="1737911"/>
            <a:ext cx="9721265" cy="4319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5478D80D-BA8F-984A-A1A3-6A2EAEE64C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852699" y="339921"/>
            <a:ext cx="986582" cy="986226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lnSpc>
                <a:spcPts val="0"/>
              </a:lnSpc>
              <a:spcAft>
                <a:spcPts val="0"/>
              </a:spcAft>
              <a:defRPr sz="1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6FD86B2E-0FB6-4F66-A057-1889B4BE7B6A}"/>
              </a:ext>
            </a:extLst>
          </p:cNvPr>
          <p:cNvGrpSpPr/>
          <p:nvPr userDrawn="1"/>
        </p:nvGrpSpPr>
        <p:grpSpPr bwMode="gray">
          <a:xfrm>
            <a:off x="-3033071" y="0"/>
            <a:ext cx="2694627" cy="2768799"/>
            <a:chOff x="368567" y="2114980"/>
            <a:chExt cx="2694276" cy="2769440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42FB6966-A88B-432C-A344-4FB6F7545BCB}"/>
                </a:ext>
              </a:extLst>
            </p:cNvPr>
            <p:cNvSpPr/>
            <p:nvPr userDrawn="1"/>
          </p:nvSpPr>
          <p:spPr bwMode="gray">
            <a:xfrm>
              <a:off x="368567" y="2114980"/>
              <a:ext cx="2694276" cy="276944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7200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r>
                <a:rPr lang="de-DE" sz="1200" b="1"/>
                <a:t>Anwendung der Listenebenen</a:t>
              </a:r>
            </a:p>
            <a:p>
              <a:pPr algn="l"/>
              <a:endParaRPr lang="de-DE" sz="1200" b="1"/>
            </a:p>
            <a:p>
              <a:pPr marL="0" indent="0" algn="l" defTabSz="1088284" rtl="0" eaLnBrk="1" latinLnBrk="0" hangingPunct="1">
                <a:spcAft>
                  <a:spcPts val="600"/>
                </a:spcAft>
                <a:buClr>
                  <a:schemeClr val="bg1"/>
                </a:buClr>
                <a:buFont typeface="+mj-lt"/>
                <a:buNone/>
              </a:pPr>
              <a:r>
                <a:rPr lang="de-DE" sz="1000" b="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Du springst zur nächsten Textebene, indem Du auf „Listenebene erhöhen“ klickst:</a:t>
              </a:r>
            </a:p>
            <a:p>
              <a:pPr marL="228554" indent="-228554" algn="l" defTabSz="1088284" rtl="0" eaLnBrk="1" latinLnBrk="0" hangingPunct="1">
                <a:spcAft>
                  <a:spcPts val="600"/>
                </a:spcAft>
                <a:buClr>
                  <a:schemeClr val="bg1"/>
                </a:buClr>
                <a:buFont typeface="+mj-lt"/>
                <a:buAutoNum type="arabicParenBoth"/>
              </a:pPr>
              <a:r>
                <a:rPr lang="de-DE" sz="1000" b="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Markiere den Text.</a:t>
              </a:r>
            </a:p>
            <a:p>
              <a:pPr marL="228554" indent="-228554" algn="l" defTabSz="1088284" rtl="0" eaLnBrk="1" latinLnBrk="0" hangingPunct="1">
                <a:spcAft>
                  <a:spcPts val="600"/>
                </a:spcAft>
                <a:buClr>
                  <a:schemeClr val="bg1"/>
                </a:buClr>
                <a:buFont typeface="+mj-lt"/>
                <a:buAutoNum type="arabicParenBoth"/>
              </a:pPr>
              <a:r>
                <a:rPr lang="de-DE" sz="1000" b="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Klicke auf den Button </a:t>
              </a:r>
              <a:br>
                <a:rPr lang="de-DE" sz="1000" b="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</a:br>
              <a:r>
                <a:rPr lang="de-DE" sz="1000" b="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„Listenebene erhöhen“.</a:t>
              </a:r>
            </a:p>
            <a:p>
              <a:pPr marL="228554" indent="-228554" algn="l" defTabSz="1088284" rtl="0" eaLnBrk="1" latinLnBrk="0" hangingPunct="1">
                <a:spcAft>
                  <a:spcPts val="600"/>
                </a:spcAft>
                <a:buClr>
                  <a:schemeClr val="bg1"/>
                </a:buClr>
                <a:buFont typeface="+mj-lt"/>
                <a:buAutoNum type="arabicParenBoth"/>
              </a:pPr>
              <a:r>
                <a:rPr lang="de-DE" sz="1000" b="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Um auf die vorherige Listenebene zu kommen, klicke den Button </a:t>
              </a:r>
              <a:br>
                <a:rPr lang="de-DE" sz="1000" b="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</a:br>
              <a:r>
                <a:rPr lang="de-DE" sz="1000" b="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„Listenebene verringern“.</a:t>
              </a:r>
            </a:p>
          </p:txBody>
        </p:sp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B53A34D9-48D8-42B5-9136-5A1CB983D300}"/>
                </a:ext>
              </a:extLst>
            </p:cNvPr>
            <p:cNvGrpSpPr/>
            <p:nvPr userDrawn="1"/>
          </p:nvGrpSpPr>
          <p:grpSpPr bwMode="gray">
            <a:xfrm>
              <a:off x="483206" y="4160971"/>
              <a:ext cx="1964588" cy="587241"/>
              <a:chOff x="757996" y="4160971"/>
              <a:chExt cx="1964588" cy="587241"/>
            </a:xfrm>
          </p:grpSpPr>
          <p:pic>
            <p:nvPicPr>
              <p:cNvPr id="15" name="Picture 2">
                <a:extLst>
                  <a:ext uri="{FF2B5EF4-FFF2-40B4-BE49-F238E27FC236}">
                    <a16:creationId xmlns:a16="http://schemas.microsoft.com/office/drawing/2014/main" id="{D53823DD-E33E-485F-9193-2ADE610278C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757996" y="4160971"/>
                <a:ext cx="1964588" cy="58724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" name="Picture 8">
                <a:extLst>
                  <a:ext uri="{FF2B5EF4-FFF2-40B4-BE49-F238E27FC236}">
                    <a16:creationId xmlns:a16="http://schemas.microsoft.com/office/drawing/2014/main" id="{3F17EF6F-FE8B-48F1-992D-148CE9FD8F89}"/>
                  </a:ext>
                </a:extLst>
              </p:cNvPr>
              <p:cNvPicPr preferRelativeResize="0">
                <a:picLocks noChangeAspect="1" noChangeArrowheads="1"/>
              </p:cNvPicPr>
              <p:nvPr userDrawn="1"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1418637" y="4419358"/>
                <a:ext cx="73057" cy="119545"/>
              </a:xfrm>
              <a:prstGeom prst="rect">
                <a:avLst/>
              </a:prstGeom>
              <a:noFill/>
              <a:effectLst>
                <a:outerShdw blurRad="101600" algn="ctr" rotWithShape="0">
                  <a:srgbClr val="000000">
                    <a:alpha val="20000"/>
                  </a:srgbClr>
                </a:outerShdw>
              </a:effectLst>
            </p:spPr>
          </p:pic>
        </p:grpSp>
      </p:grpSp>
    </p:spTree>
    <p:extLst>
      <p:ext uri="{BB962C8B-B14F-4D97-AF65-F5344CB8AC3E}">
        <p14:creationId xmlns:p14="http://schemas.microsoft.com/office/powerpoint/2010/main" val="11826455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7446">
          <p15:clr>
            <a:srgbClr val="FBAE40"/>
          </p15:clr>
        </p15:guide>
        <p15:guide id="3" pos="25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66A8C11E-A4FB-46CD-B4A5-E93B19F6272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0"/>
            </p:custDataLst>
            <p:extLst>
              <p:ext uri="{D42A27DB-BD31-4B8C-83A1-F6EECF244321}">
                <p14:modId xmlns:p14="http://schemas.microsoft.com/office/powerpoint/2010/main" val="27686538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1" imgW="415" imgH="416" progId="TCLayout.ActiveDocument.1">
                  <p:embed/>
                </p:oleObj>
              </mc:Choice>
              <mc:Fallback>
                <p:oleObj name="think-cell Folie" r:id="rId31" imgW="415" imgH="416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66A8C11E-A4FB-46CD-B4A5-E93B19F627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407368" y="332656"/>
            <a:ext cx="11376000" cy="45597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07988" y="1557338"/>
            <a:ext cx="11376025" cy="44640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A232406-5D1F-4019-A1B4-D1FE1B8E5B2B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343472" y="6381328"/>
            <a:ext cx="766235" cy="216024"/>
          </a:xfrm>
          <a:prstGeom prst="rect">
            <a:avLst/>
          </a:prstGeom>
        </p:spPr>
        <p:txBody>
          <a:bodyPr vert="horz" wrap="none" lIns="0" tIns="36000" rIns="0" bIns="0" rtlCol="0" anchor="t">
            <a:noAutofit/>
          </a:bodyPr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de-DE"/>
              <a:t>|  01.03.2021  |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10422BFB-FDCF-40DF-8706-BE2DD1303A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2181225" y="6381328"/>
            <a:ext cx="9200835" cy="214552"/>
          </a:xfrm>
          <a:prstGeom prst="rect">
            <a:avLst/>
          </a:prstGeom>
        </p:spPr>
        <p:txBody>
          <a:bodyPr vert="horz" lIns="0" tIns="36000" rIns="0" bIns="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de-DE"/>
              <a:t>Schwarz Folienbibliothek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55CFDEC0-FDC8-4458-9278-C1E1E7F89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424013" y="6381328"/>
            <a:ext cx="360000" cy="216000"/>
          </a:xfrm>
          <a:prstGeom prst="rect">
            <a:avLst/>
          </a:prstGeom>
        </p:spPr>
        <p:txBody>
          <a:bodyPr vert="horz" lIns="0" tIns="36000" rIns="0" bIns="0" rtlCol="0" anchor="t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8CFDFCC3-8B40-4EE5-B231-005F2F1C6A68}" type="slidenum">
              <a:rPr lang="de-DE" smtClean="0"/>
              <a:pPr algn="r"/>
              <a:t>‹Nr.›</a:t>
            </a:fld>
            <a:endParaRPr lang="de-DE"/>
          </a:p>
        </p:txBody>
      </p: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028BC2D0-DB4B-493D-B494-1587AF911805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407368" y="-210066"/>
            <a:ext cx="0" cy="72000"/>
          </a:xfrm>
          <a:prstGeom prst="line">
            <a:avLst/>
          </a:prstGeom>
          <a:ln w="6350">
            <a:solidFill>
              <a:srgbClr val="E3000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D3DDC106-3D96-492C-934E-5E56B69FA20C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3935760" y="-210066"/>
            <a:ext cx="0" cy="72000"/>
          </a:xfrm>
          <a:prstGeom prst="line">
            <a:avLst/>
          </a:prstGeom>
          <a:ln w="6350">
            <a:solidFill>
              <a:srgbClr val="E3000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FDC58F67-1BD0-4280-B265-2A51CDE1985C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4367808" y="-210066"/>
            <a:ext cx="0" cy="72000"/>
          </a:xfrm>
          <a:prstGeom prst="line">
            <a:avLst/>
          </a:prstGeom>
          <a:ln w="6350">
            <a:solidFill>
              <a:srgbClr val="E3000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BAAC8661-90CE-4537-9100-7C5F573F93C8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879976" y="-210066"/>
            <a:ext cx="0" cy="72000"/>
          </a:xfrm>
          <a:prstGeom prst="line">
            <a:avLst/>
          </a:prstGeom>
          <a:ln w="6350">
            <a:solidFill>
              <a:srgbClr val="E3000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23E55292-57DB-4CA8-9AC5-D138423FE4B8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6312024" y="-210066"/>
            <a:ext cx="0" cy="72000"/>
          </a:xfrm>
          <a:prstGeom prst="line">
            <a:avLst/>
          </a:prstGeom>
          <a:ln w="6350">
            <a:solidFill>
              <a:srgbClr val="E3000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237C332C-740E-4084-B28E-2D7E1E136C09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7824192" y="-210066"/>
            <a:ext cx="0" cy="72000"/>
          </a:xfrm>
          <a:prstGeom prst="line">
            <a:avLst/>
          </a:prstGeom>
          <a:ln w="6350">
            <a:solidFill>
              <a:srgbClr val="E3000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90FB4CB5-57B5-4C7A-9E6C-F430DE61AC00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8256240" y="-210066"/>
            <a:ext cx="0" cy="72000"/>
          </a:xfrm>
          <a:prstGeom prst="line">
            <a:avLst/>
          </a:prstGeom>
          <a:ln w="6350">
            <a:solidFill>
              <a:srgbClr val="E3000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36CF3DE2-72C5-4897-919E-99D960EC288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11784632" y="-210066"/>
            <a:ext cx="0" cy="72000"/>
          </a:xfrm>
          <a:prstGeom prst="line">
            <a:avLst/>
          </a:prstGeom>
          <a:ln w="6350">
            <a:solidFill>
              <a:srgbClr val="E3000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hteck 10">
            <a:extLst>
              <a:ext uri="{FF2B5EF4-FFF2-40B4-BE49-F238E27FC236}">
                <a16:creationId xmlns:a16="http://schemas.microsoft.com/office/drawing/2014/main" id="{64477D50-C5EC-4F03-922D-8F22D43773E2}"/>
              </a:ext>
            </a:extLst>
          </p:cNvPr>
          <p:cNvSpPr/>
          <p:nvPr userDrawn="1"/>
        </p:nvSpPr>
        <p:spPr bwMode="gray">
          <a:xfrm>
            <a:off x="407987" y="6381328"/>
            <a:ext cx="859210" cy="17485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Ins="0" bIns="0" rtlCol="0" anchor="t">
            <a:spAutoFit/>
          </a:bodyPr>
          <a:lstStyle/>
          <a:p>
            <a:pPr algn="l"/>
            <a:r>
              <a:rPr lang="de-DE" sz="900">
                <a:solidFill>
                  <a:schemeClr val="tx1"/>
                </a:solidFill>
              </a:rPr>
              <a:t>Schwarz Gruppe</a:t>
            </a:r>
          </a:p>
        </p:txBody>
      </p: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96757901-4597-4461-A99C-BFB6F2F4A700}"/>
              </a:ext>
            </a:extLst>
          </p:cNvPr>
          <p:cNvCxnSpPr>
            <a:cxnSpLocks/>
          </p:cNvCxnSpPr>
          <p:nvPr userDrawn="1"/>
        </p:nvCxnSpPr>
        <p:spPr bwMode="gray">
          <a:xfrm rot="5400000">
            <a:off x="-132688" y="1520792"/>
            <a:ext cx="0" cy="72000"/>
          </a:xfrm>
          <a:prstGeom prst="line">
            <a:avLst/>
          </a:prstGeom>
          <a:ln w="6350">
            <a:solidFill>
              <a:srgbClr val="E3000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FAD82119-9505-4BEC-8FBB-B5AE14FCE978}"/>
              </a:ext>
            </a:extLst>
          </p:cNvPr>
          <p:cNvCxnSpPr>
            <a:cxnSpLocks/>
          </p:cNvCxnSpPr>
          <p:nvPr userDrawn="1"/>
        </p:nvCxnSpPr>
        <p:spPr bwMode="gray">
          <a:xfrm rot="5400000">
            <a:off x="-132688" y="5985288"/>
            <a:ext cx="0" cy="72000"/>
          </a:xfrm>
          <a:prstGeom prst="line">
            <a:avLst/>
          </a:prstGeom>
          <a:ln w="6350">
            <a:solidFill>
              <a:srgbClr val="E3000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B4524A53-2233-4808-B2A7-61F3FD2AB842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2927648" y="-210066"/>
            <a:ext cx="0" cy="72000"/>
          </a:xfrm>
          <a:prstGeom prst="line">
            <a:avLst/>
          </a:prstGeom>
          <a:ln w="6350">
            <a:solidFill>
              <a:srgbClr val="E3000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60C3BCFD-2B75-4729-ACE4-0FD1D0B73D17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3359696" y="-210066"/>
            <a:ext cx="0" cy="72000"/>
          </a:xfrm>
          <a:prstGeom prst="line">
            <a:avLst/>
          </a:prstGeom>
          <a:ln w="6350">
            <a:solidFill>
              <a:srgbClr val="E3000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E67127EA-D96D-4F54-86CC-ADDFE9AB70CD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8832304" y="-210066"/>
            <a:ext cx="0" cy="72000"/>
          </a:xfrm>
          <a:prstGeom prst="line">
            <a:avLst/>
          </a:prstGeom>
          <a:ln w="6350">
            <a:solidFill>
              <a:srgbClr val="E3000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9FBA3C99-BDBA-4C27-8135-CD581ED47E38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9264352" y="-210066"/>
            <a:ext cx="0" cy="72000"/>
          </a:xfrm>
          <a:prstGeom prst="line">
            <a:avLst/>
          </a:prstGeom>
          <a:ln w="6350">
            <a:solidFill>
              <a:srgbClr val="E3000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688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</p:sldLayoutIdLst>
  <p:hf hdr="0"/>
  <p:txStyles>
    <p:titleStyle>
      <a:lvl1pPr algn="l" defTabSz="914377" rtl="0" eaLnBrk="1" latinLnBrk="0" hangingPunct="1">
        <a:lnSpc>
          <a:spcPct val="95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1800"/>
        </a:spcAft>
        <a:buFont typeface="Arial" panose="020B0604020202020204" pitchFamily="34" charset="0"/>
        <a:buNone/>
        <a:defRPr sz="1600" b="1" kern="1200">
          <a:solidFill>
            <a:schemeClr val="accent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18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77800" indent="-17780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355600" indent="-17780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533400" indent="-17780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723900" indent="-19050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723900" indent="-19050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723900" indent="-19050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723900" indent="-19050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F26B43"/>
          </p15:clr>
        </p15:guide>
        <p15:guide id="12" pos="7423">
          <p15:clr>
            <a:srgbClr val="F26B43"/>
          </p15:clr>
        </p15:guide>
        <p15:guide id="13" orient="horz" pos="981">
          <p15:clr>
            <a:srgbClr val="F26B43"/>
          </p15:clr>
        </p15:guide>
        <p15:guide id="14" orient="horz" pos="3793">
          <p15:clr>
            <a:srgbClr val="F26B43"/>
          </p15:clr>
        </p15:guide>
        <p15:guide id="15" orient="horz" pos="2160">
          <p15:clr>
            <a:srgbClr val="9FCC3B"/>
          </p15:clr>
        </p15:guide>
        <p15:guide id="16" pos="3840">
          <p15:clr>
            <a:srgbClr val="9FCC3B"/>
          </p15:clr>
        </p15:guide>
        <p15:guide id="17" pos="1844">
          <p15:clr>
            <a:srgbClr val="5ACBF0"/>
          </p15:clr>
        </p15:guide>
        <p15:guide id="18" pos="2116">
          <p15:clr>
            <a:srgbClr val="5ACBF0"/>
          </p15:clr>
        </p15:guide>
        <p15:guide id="19" pos="2479">
          <p15:clr>
            <a:srgbClr val="5ACBF0"/>
          </p15:clr>
        </p15:guide>
        <p15:guide id="20" pos="2751">
          <p15:clr>
            <a:srgbClr val="5ACBF0"/>
          </p15:clr>
        </p15:guide>
        <p15:guide id="21" pos="3704">
          <p15:clr>
            <a:srgbClr val="5ACBF0"/>
          </p15:clr>
        </p15:guide>
        <p15:guide id="22" pos="3976">
          <p15:clr>
            <a:srgbClr val="5ACBF0"/>
          </p15:clr>
        </p15:guide>
        <p15:guide id="23" pos="4929">
          <p15:clr>
            <a:srgbClr val="5ACBF0"/>
          </p15:clr>
        </p15:guide>
        <p15:guide id="24" pos="5201">
          <p15:clr>
            <a:srgbClr val="5ACBF0"/>
          </p15:clr>
        </p15:guide>
        <p15:guide id="25" pos="5564">
          <p15:clr>
            <a:srgbClr val="5ACBF0"/>
          </p15:clr>
        </p15:guide>
        <p15:guide id="26" pos="583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10.png"/><Relationship Id="rId5" Type="http://schemas.openxmlformats.org/officeDocument/2006/relationships/image" Target="../media/image9.emf"/><Relationship Id="rId4" Type="http://schemas.openxmlformats.org/officeDocument/2006/relationships/oleObject" Target="../embeddings/oleObject9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svg"/><Relationship Id="rId7" Type="http://schemas.openxmlformats.org/officeDocument/2006/relationships/image" Target="../media/image22.e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1.emf"/><Relationship Id="rId11" Type="http://schemas.openxmlformats.org/officeDocument/2006/relationships/image" Target="../media/image13.png"/><Relationship Id="rId5" Type="http://schemas.openxmlformats.org/officeDocument/2006/relationships/image" Target="../media/image20.emf"/><Relationship Id="rId10" Type="http://schemas.openxmlformats.org/officeDocument/2006/relationships/image" Target="../media/image25.png"/><Relationship Id="rId4" Type="http://schemas.openxmlformats.org/officeDocument/2006/relationships/image" Target="../media/image19.emf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CACD36D4-2DB5-4B0D-901B-143C274DF4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60" imgH="360" progId="TCLayout.ActiveDocument.1">
                  <p:embed/>
                </p:oleObj>
              </mc:Choice>
              <mc:Fallback>
                <p:oleObj name="think-cell Folie" r:id="rId4" imgW="360" imgH="36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CACD36D4-2DB5-4B0D-901B-143C274DF4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el 7">
            <a:extLst>
              <a:ext uri="{FF2B5EF4-FFF2-40B4-BE49-F238E27FC236}">
                <a16:creationId xmlns:a16="http://schemas.microsoft.com/office/drawing/2014/main" id="{FAA7D134-20E0-4171-A118-ACE2D0A719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740" y="2221460"/>
            <a:ext cx="5759987" cy="1656000"/>
          </a:xfrm>
        </p:spPr>
        <p:txBody>
          <a:bodyPr vert="horz"/>
          <a:lstStyle/>
          <a:p>
            <a:r>
              <a:rPr lang="de-DE" dirty="0"/>
              <a:t>Edge-Cloud </a:t>
            </a:r>
            <a:r>
              <a:rPr lang="de-DE" dirty="0" err="1"/>
              <a:t>Blueprint</a:t>
            </a:r>
            <a:endParaRPr lang="de-DE" dirty="0"/>
          </a:p>
        </p:txBody>
      </p:sp>
      <p:grpSp>
        <p:nvGrpSpPr>
          <p:cNvPr id="49" name="Grafik 33">
            <a:extLst>
              <a:ext uri="{FF2B5EF4-FFF2-40B4-BE49-F238E27FC236}">
                <a16:creationId xmlns:a16="http://schemas.microsoft.com/office/drawing/2014/main" id="{DCFA9F17-CF3B-495B-BA8B-5DE6EFC15061}"/>
              </a:ext>
            </a:extLst>
          </p:cNvPr>
          <p:cNvGrpSpPr>
            <a:grpSpLocks noChangeAspect="1"/>
          </p:cNvGrpSpPr>
          <p:nvPr/>
        </p:nvGrpSpPr>
        <p:grpSpPr>
          <a:xfrm>
            <a:off x="551384" y="6021388"/>
            <a:ext cx="2119500" cy="378000"/>
            <a:chOff x="7085470" y="3123913"/>
            <a:chExt cx="1495425" cy="266700"/>
          </a:xfrm>
        </p:grpSpPr>
        <p:sp>
          <p:nvSpPr>
            <p:cNvPr id="50" name="Freihandform: Form 49">
              <a:extLst>
                <a:ext uri="{FF2B5EF4-FFF2-40B4-BE49-F238E27FC236}">
                  <a16:creationId xmlns:a16="http://schemas.microsoft.com/office/drawing/2014/main" id="{6D66E0E0-C3FC-489C-B603-A0D21DB4C996}"/>
                </a:ext>
              </a:extLst>
            </p:cNvPr>
            <p:cNvSpPr/>
            <p:nvPr/>
          </p:nvSpPr>
          <p:spPr>
            <a:xfrm>
              <a:off x="7085470" y="3123913"/>
              <a:ext cx="1499616" cy="270005"/>
            </a:xfrm>
            <a:custGeom>
              <a:avLst/>
              <a:gdLst>
                <a:gd name="connsiteX0" fmla="*/ 0 w 1499616"/>
                <a:gd name="connsiteY0" fmla="*/ 0 h 270005"/>
                <a:gd name="connsiteX1" fmla="*/ 1499616 w 1499616"/>
                <a:gd name="connsiteY1" fmla="*/ 0 h 270005"/>
                <a:gd name="connsiteX2" fmla="*/ 1499616 w 1499616"/>
                <a:gd name="connsiteY2" fmla="*/ 270005 h 270005"/>
                <a:gd name="connsiteX3" fmla="*/ 0 w 1499616"/>
                <a:gd name="connsiteY3" fmla="*/ 270005 h 27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9616" h="270005">
                  <a:moveTo>
                    <a:pt x="0" y="0"/>
                  </a:moveTo>
                  <a:lnTo>
                    <a:pt x="1499616" y="0"/>
                  </a:lnTo>
                  <a:lnTo>
                    <a:pt x="1499616" y="270005"/>
                  </a:lnTo>
                  <a:lnTo>
                    <a:pt x="0" y="27000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51" name="Grafik 33">
              <a:extLst>
                <a:ext uri="{FF2B5EF4-FFF2-40B4-BE49-F238E27FC236}">
                  <a16:creationId xmlns:a16="http://schemas.microsoft.com/office/drawing/2014/main" id="{86327803-0B71-4F09-8407-657C6FBC347E}"/>
                </a:ext>
              </a:extLst>
            </p:cNvPr>
            <p:cNvGrpSpPr/>
            <p:nvPr/>
          </p:nvGrpSpPr>
          <p:grpSpPr>
            <a:xfrm>
              <a:off x="7175462" y="3211781"/>
              <a:ext cx="596826" cy="94278"/>
              <a:chOff x="7175462" y="3211781"/>
              <a:chExt cx="596826" cy="94278"/>
            </a:xfrm>
            <a:solidFill>
              <a:srgbClr val="6E1E6E"/>
            </a:solidFill>
          </p:grpSpPr>
          <p:sp>
            <p:nvSpPr>
              <p:cNvPr id="61" name="Freihandform: Form 60">
                <a:extLst>
                  <a:ext uri="{FF2B5EF4-FFF2-40B4-BE49-F238E27FC236}">
                    <a16:creationId xmlns:a16="http://schemas.microsoft.com/office/drawing/2014/main" id="{64D67F80-1945-4041-B87C-264F23984090}"/>
                  </a:ext>
                </a:extLst>
              </p:cNvPr>
              <p:cNvSpPr/>
              <p:nvPr/>
            </p:nvSpPr>
            <p:spPr>
              <a:xfrm>
                <a:off x="7175462" y="3213914"/>
                <a:ext cx="37795" cy="89992"/>
              </a:xfrm>
              <a:custGeom>
                <a:avLst/>
                <a:gdLst>
                  <a:gd name="connsiteX0" fmla="*/ 0 w 37795"/>
                  <a:gd name="connsiteY0" fmla="*/ 0 h 89992"/>
                  <a:gd name="connsiteX1" fmla="*/ 15859 w 37795"/>
                  <a:gd name="connsiteY1" fmla="*/ 0 h 89992"/>
                  <a:gd name="connsiteX2" fmla="*/ 37795 w 37795"/>
                  <a:gd name="connsiteY2" fmla="*/ 44996 h 89992"/>
                  <a:gd name="connsiteX3" fmla="*/ 15859 w 37795"/>
                  <a:gd name="connsiteY3" fmla="*/ 89992 h 89992"/>
                  <a:gd name="connsiteX4" fmla="*/ 0 w 37795"/>
                  <a:gd name="connsiteY4" fmla="*/ 89992 h 89992"/>
                  <a:gd name="connsiteX5" fmla="*/ 21927 w 37795"/>
                  <a:gd name="connsiteY5" fmla="*/ 45006 h 89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795" h="89992">
                    <a:moveTo>
                      <a:pt x="0" y="0"/>
                    </a:moveTo>
                    <a:lnTo>
                      <a:pt x="15859" y="0"/>
                    </a:lnTo>
                    <a:lnTo>
                      <a:pt x="37795" y="44996"/>
                    </a:lnTo>
                    <a:lnTo>
                      <a:pt x="15859" y="89992"/>
                    </a:lnTo>
                    <a:lnTo>
                      <a:pt x="0" y="89992"/>
                    </a:lnTo>
                    <a:lnTo>
                      <a:pt x="21927" y="45006"/>
                    </a:lnTo>
                    <a:close/>
                  </a:path>
                </a:pathLst>
              </a:custGeom>
              <a:solidFill>
                <a:srgbClr val="6E1E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67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grpSp>
            <p:nvGrpSpPr>
              <p:cNvPr id="62" name="Grafik 33">
                <a:extLst>
                  <a:ext uri="{FF2B5EF4-FFF2-40B4-BE49-F238E27FC236}">
                    <a16:creationId xmlns:a16="http://schemas.microsoft.com/office/drawing/2014/main" id="{25A65337-5B38-4726-AA51-9FF2568F73C2}"/>
                  </a:ext>
                </a:extLst>
              </p:cNvPr>
              <p:cNvGrpSpPr/>
              <p:nvPr/>
            </p:nvGrpSpPr>
            <p:grpSpPr>
              <a:xfrm>
                <a:off x="7261539" y="3211781"/>
                <a:ext cx="510749" cy="94278"/>
                <a:chOff x="7261539" y="3211781"/>
                <a:chExt cx="510749" cy="94278"/>
              </a:xfrm>
              <a:solidFill>
                <a:srgbClr val="6E1E6E"/>
              </a:solidFill>
            </p:grpSpPr>
            <p:sp>
              <p:nvSpPr>
                <p:cNvPr id="63" name="Freihandform: Form 62">
                  <a:extLst>
                    <a:ext uri="{FF2B5EF4-FFF2-40B4-BE49-F238E27FC236}">
                      <a16:creationId xmlns:a16="http://schemas.microsoft.com/office/drawing/2014/main" id="{9DF09F1B-2C09-41BD-B383-B4E12739AA44}"/>
                    </a:ext>
                  </a:extLst>
                </p:cNvPr>
                <p:cNvSpPr/>
                <p:nvPr/>
              </p:nvSpPr>
              <p:spPr>
                <a:xfrm>
                  <a:off x="7261539" y="3211781"/>
                  <a:ext cx="82667" cy="94278"/>
                </a:xfrm>
                <a:custGeom>
                  <a:avLst/>
                  <a:gdLst>
                    <a:gd name="connsiteX0" fmla="*/ 43110 w 82667"/>
                    <a:gd name="connsiteY0" fmla="*/ 0 h 94278"/>
                    <a:gd name="connsiteX1" fmla="*/ 69380 w 82667"/>
                    <a:gd name="connsiteY1" fmla="*/ 8134 h 94278"/>
                    <a:gd name="connsiteX2" fmla="*/ 81667 w 82667"/>
                    <a:gd name="connsiteY2" fmla="*/ 30756 h 94278"/>
                    <a:gd name="connsiteX3" fmla="*/ 66294 w 82667"/>
                    <a:gd name="connsiteY3" fmla="*/ 30756 h 94278"/>
                    <a:gd name="connsiteX4" fmla="*/ 58550 w 82667"/>
                    <a:gd name="connsiteY4" fmla="*/ 17707 h 94278"/>
                    <a:gd name="connsiteX5" fmla="*/ 43110 w 82667"/>
                    <a:gd name="connsiteY5" fmla="*/ 12859 h 94278"/>
                    <a:gd name="connsiteX6" fmla="*/ 23203 w 82667"/>
                    <a:gd name="connsiteY6" fmla="*/ 22308 h 94278"/>
                    <a:gd name="connsiteX7" fmla="*/ 15764 w 82667"/>
                    <a:gd name="connsiteY7" fmla="*/ 47130 h 94278"/>
                    <a:gd name="connsiteX8" fmla="*/ 23203 w 82667"/>
                    <a:gd name="connsiteY8" fmla="*/ 72142 h 94278"/>
                    <a:gd name="connsiteX9" fmla="*/ 43615 w 82667"/>
                    <a:gd name="connsiteY9" fmla="*/ 81410 h 94278"/>
                    <a:gd name="connsiteX10" fmla="*/ 61760 w 82667"/>
                    <a:gd name="connsiteY10" fmla="*/ 74857 h 94278"/>
                    <a:gd name="connsiteX11" fmla="*/ 68313 w 82667"/>
                    <a:gd name="connsiteY11" fmla="*/ 56712 h 94278"/>
                    <a:gd name="connsiteX12" fmla="*/ 44367 w 82667"/>
                    <a:gd name="connsiteY12" fmla="*/ 56712 h 94278"/>
                    <a:gd name="connsiteX13" fmla="*/ 44367 w 82667"/>
                    <a:gd name="connsiteY13" fmla="*/ 44739 h 94278"/>
                    <a:gd name="connsiteX14" fmla="*/ 82667 w 82667"/>
                    <a:gd name="connsiteY14" fmla="*/ 44739 h 94278"/>
                    <a:gd name="connsiteX15" fmla="*/ 82667 w 82667"/>
                    <a:gd name="connsiteY15" fmla="*/ 92126 h 94278"/>
                    <a:gd name="connsiteX16" fmla="*/ 72590 w 82667"/>
                    <a:gd name="connsiteY16" fmla="*/ 92126 h 94278"/>
                    <a:gd name="connsiteX17" fmla="*/ 70199 w 82667"/>
                    <a:gd name="connsiteY17" fmla="*/ 81544 h 94278"/>
                    <a:gd name="connsiteX18" fmla="*/ 58160 w 82667"/>
                    <a:gd name="connsiteY18" fmla="*/ 91250 h 94278"/>
                    <a:gd name="connsiteX19" fmla="*/ 43101 w 82667"/>
                    <a:gd name="connsiteY19" fmla="*/ 94278 h 94278"/>
                    <a:gd name="connsiteX20" fmla="*/ 12040 w 82667"/>
                    <a:gd name="connsiteY20" fmla="*/ 80982 h 94278"/>
                    <a:gd name="connsiteX21" fmla="*/ 0 w 82667"/>
                    <a:gd name="connsiteY21" fmla="*/ 47149 h 94278"/>
                    <a:gd name="connsiteX22" fmla="*/ 12040 w 82667"/>
                    <a:gd name="connsiteY22" fmla="*/ 13373 h 94278"/>
                    <a:gd name="connsiteX23" fmla="*/ 43110 w 82667"/>
                    <a:gd name="connsiteY23" fmla="*/ 0 h 942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2667" h="94278">
                      <a:moveTo>
                        <a:pt x="43110" y="0"/>
                      </a:moveTo>
                      <a:cubicBezTo>
                        <a:pt x="53692" y="0"/>
                        <a:pt x="62455" y="2705"/>
                        <a:pt x="69380" y="8134"/>
                      </a:cubicBezTo>
                      <a:cubicBezTo>
                        <a:pt x="76314" y="13545"/>
                        <a:pt x="80410" y="21088"/>
                        <a:pt x="81667" y="30756"/>
                      </a:cubicBezTo>
                      <a:lnTo>
                        <a:pt x="66294" y="30756"/>
                      </a:lnTo>
                      <a:cubicBezTo>
                        <a:pt x="65542" y="25298"/>
                        <a:pt x="62951" y="20945"/>
                        <a:pt x="58550" y="17707"/>
                      </a:cubicBezTo>
                      <a:cubicBezTo>
                        <a:pt x="54140" y="14478"/>
                        <a:pt x="48997" y="12859"/>
                        <a:pt x="43110" y="12859"/>
                      </a:cubicBezTo>
                      <a:cubicBezTo>
                        <a:pt x="34785" y="12859"/>
                        <a:pt x="28156" y="16012"/>
                        <a:pt x="23203" y="22308"/>
                      </a:cubicBezTo>
                      <a:cubicBezTo>
                        <a:pt x="18240" y="28604"/>
                        <a:pt x="15764" y="36881"/>
                        <a:pt x="15764" y="47130"/>
                      </a:cubicBezTo>
                      <a:cubicBezTo>
                        <a:pt x="15764" y="57636"/>
                        <a:pt x="18240" y="65970"/>
                        <a:pt x="23203" y="72142"/>
                      </a:cubicBezTo>
                      <a:cubicBezTo>
                        <a:pt x="28156" y="78315"/>
                        <a:pt x="34957" y="81410"/>
                        <a:pt x="43615" y="81410"/>
                      </a:cubicBezTo>
                      <a:cubicBezTo>
                        <a:pt x="51511" y="81410"/>
                        <a:pt x="57560" y="79229"/>
                        <a:pt x="61760" y="74857"/>
                      </a:cubicBezTo>
                      <a:cubicBezTo>
                        <a:pt x="65961" y="70495"/>
                        <a:pt x="68142" y="64437"/>
                        <a:pt x="68313" y="56712"/>
                      </a:cubicBezTo>
                      <a:lnTo>
                        <a:pt x="44367" y="56712"/>
                      </a:lnTo>
                      <a:lnTo>
                        <a:pt x="44367" y="44739"/>
                      </a:lnTo>
                      <a:lnTo>
                        <a:pt x="82667" y="44739"/>
                      </a:lnTo>
                      <a:lnTo>
                        <a:pt x="82667" y="92126"/>
                      </a:lnTo>
                      <a:lnTo>
                        <a:pt x="72590" y="92126"/>
                      </a:lnTo>
                      <a:lnTo>
                        <a:pt x="70199" y="81544"/>
                      </a:lnTo>
                      <a:cubicBezTo>
                        <a:pt x="66332" y="86001"/>
                        <a:pt x="62322" y="89240"/>
                        <a:pt x="58160" y="91250"/>
                      </a:cubicBezTo>
                      <a:cubicBezTo>
                        <a:pt x="53997" y="93269"/>
                        <a:pt x="48987" y="94278"/>
                        <a:pt x="43101" y="94278"/>
                      </a:cubicBezTo>
                      <a:cubicBezTo>
                        <a:pt x="30413" y="94278"/>
                        <a:pt x="20060" y="89840"/>
                        <a:pt x="12040" y="80982"/>
                      </a:cubicBezTo>
                      <a:cubicBezTo>
                        <a:pt x="4010" y="72123"/>
                        <a:pt x="0" y="60846"/>
                        <a:pt x="0" y="47149"/>
                      </a:cubicBezTo>
                      <a:cubicBezTo>
                        <a:pt x="0" y="33538"/>
                        <a:pt x="4010" y="22279"/>
                        <a:pt x="12040" y="13373"/>
                      </a:cubicBezTo>
                      <a:cubicBezTo>
                        <a:pt x="20069" y="4458"/>
                        <a:pt x="30423" y="0"/>
                        <a:pt x="43110" y="0"/>
                      </a:cubicBezTo>
                      <a:close/>
                    </a:path>
                  </a:pathLst>
                </a:custGeom>
                <a:solidFill>
                  <a:srgbClr val="6E1E6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67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64" name="Freihandform: Form 63">
                  <a:extLst>
                    <a:ext uri="{FF2B5EF4-FFF2-40B4-BE49-F238E27FC236}">
                      <a16:creationId xmlns:a16="http://schemas.microsoft.com/office/drawing/2014/main" id="{A6691875-0507-408E-A8AC-4A31056733EF}"/>
                    </a:ext>
                  </a:extLst>
                </p:cNvPr>
                <p:cNvSpPr/>
                <p:nvPr/>
              </p:nvSpPr>
              <p:spPr>
                <a:xfrm>
                  <a:off x="7361352" y="3213914"/>
                  <a:ext cx="76114" cy="89973"/>
                </a:xfrm>
                <a:custGeom>
                  <a:avLst/>
                  <a:gdLst>
                    <a:gd name="connsiteX0" fmla="*/ 43605 w 76114"/>
                    <a:gd name="connsiteY0" fmla="*/ 0 h 89973"/>
                    <a:gd name="connsiteX1" fmla="*/ 64970 w 76114"/>
                    <a:gd name="connsiteY1" fmla="*/ 6172 h 89973"/>
                    <a:gd name="connsiteX2" fmla="*/ 72714 w 76114"/>
                    <a:gd name="connsiteY2" fmla="*/ 24317 h 89973"/>
                    <a:gd name="connsiteX3" fmla="*/ 57845 w 76114"/>
                    <a:gd name="connsiteY3" fmla="*/ 47006 h 89973"/>
                    <a:gd name="connsiteX4" fmla="*/ 57845 w 76114"/>
                    <a:gd name="connsiteY4" fmla="*/ 47254 h 89973"/>
                    <a:gd name="connsiteX5" fmla="*/ 67799 w 76114"/>
                    <a:gd name="connsiteY5" fmla="*/ 53169 h 89973"/>
                    <a:gd name="connsiteX6" fmla="*/ 71199 w 76114"/>
                    <a:gd name="connsiteY6" fmla="*/ 66523 h 89973"/>
                    <a:gd name="connsiteX7" fmla="*/ 76114 w 76114"/>
                    <a:gd name="connsiteY7" fmla="*/ 89964 h 89973"/>
                    <a:gd name="connsiteX8" fmla="*/ 59226 w 76114"/>
                    <a:gd name="connsiteY8" fmla="*/ 89964 h 89973"/>
                    <a:gd name="connsiteX9" fmla="*/ 56836 w 76114"/>
                    <a:gd name="connsiteY9" fmla="*/ 76610 h 89973"/>
                    <a:gd name="connsiteX10" fmla="*/ 52673 w 76114"/>
                    <a:gd name="connsiteY10" fmla="*/ 57712 h 89973"/>
                    <a:gd name="connsiteX11" fmla="*/ 39443 w 76114"/>
                    <a:gd name="connsiteY11" fmla="*/ 52921 h 89973"/>
                    <a:gd name="connsiteX12" fmla="*/ 15754 w 76114"/>
                    <a:gd name="connsiteY12" fmla="*/ 52921 h 89973"/>
                    <a:gd name="connsiteX13" fmla="*/ 15754 w 76114"/>
                    <a:gd name="connsiteY13" fmla="*/ 89973 h 89973"/>
                    <a:gd name="connsiteX14" fmla="*/ 0 w 76114"/>
                    <a:gd name="connsiteY14" fmla="*/ 89973 h 89973"/>
                    <a:gd name="connsiteX15" fmla="*/ 0 w 76114"/>
                    <a:gd name="connsiteY15" fmla="*/ 0 h 89973"/>
                    <a:gd name="connsiteX16" fmla="*/ 43605 w 76114"/>
                    <a:gd name="connsiteY16" fmla="*/ 0 h 89973"/>
                    <a:gd name="connsiteX17" fmla="*/ 41967 w 76114"/>
                    <a:gd name="connsiteY17" fmla="*/ 40957 h 89973"/>
                    <a:gd name="connsiteX18" fmla="*/ 56959 w 76114"/>
                    <a:gd name="connsiteY18" fmla="*/ 26594 h 89973"/>
                    <a:gd name="connsiteX19" fmla="*/ 53369 w 76114"/>
                    <a:gd name="connsiteY19" fmla="*/ 16192 h 89973"/>
                    <a:gd name="connsiteX20" fmla="*/ 41843 w 76114"/>
                    <a:gd name="connsiteY20" fmla="*/ 12849 h 89973"/>
                    <a:gd name="connsiteX21" fmla="*/ 15754 w 76114"/>
                    <a:gd name="connsiteY21" fmla="*/ 12849 h 89973"/>
                    <a:gd name="connsiteX22" fmla="*/ 15754 w 76114"/>
                    <a:gd name="connsiteY22" fmla="*/ 40948 h 89973"/>
                    <a:gd name="connsiteX23" fmla="*/ 41967 w 76114"/>
                    <a:gd name="connsiteY23" fmla="*/ 40948 h 899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76114" h="89973">
                      <a:moveTo>
                        <a:pt x="43605" y="0"/>
                      </a:moveTo>
                      <a:cubicBezTo>
                        <a:pt x="52683" y="0"/>
                        <a:pt x="59798" y="2067"/>
                        <a:pt x="64970" y="6172"/>
                      </a:cubicBezTo>
                      <a:cubicBezTo>
                        <a:pt x="70133" y="10297"/>
                        <a:pt x="72714" y="16335"/>
                        <a:pt x="72714" y="24317"/>
                      </a:cubicBezTo>
                      <a:cubicBezTo>
                        <a:pt x="72714" y="35995"/>
                        <a:pt x="67751" y="43558"/>
                        <a:pt x="57845" y="47006"/>
                      </a:cubicBezTo>
                      <a:lnTo>
                        <a:pt x="57845" y="47254"/>
                      </a:lnTo>
                      <a:cubicBezTo>
                        <a:pt x="62208" y="47844"/>
                        <a:pt x="65532" y="49816"/>
                        <a:pt x="67799" y="53169"/>
                      </a:cubicBezTo>
                      <a:cubicBezTo>
                        <a:pt x="70066" y="56540"/>
                        <a:pt x="71199" y="60979"/>
                        <a:pt x="71199" y="66523"/>
                      </a:cubicBezTo>
                      <a:cubicBezTo>
                        <a:pt x="71199" y="78372"/>
                        <a:pt x="72838" y="86182"/>
                        <a:pt x="76114" y="89964"/>
                      </a:cubicBezTo>
                      <a:lnTo>
                        <a:pt x="59226" y="89964"/>
                      </a:lnTo>
                      <a:cubicBezTo>
                        <a:pt x="57636" y="87697"/>
                        <a:pt x="56836" y="83248"/>
                        <a:pt x="56836" y="76610"/>
                      </a:cubicBezTo>
                      <a:cubicBezTo>
                        <a:pt x="56836" y="67208"/>
                        <a:pt x="55445" y="60903"/>
                        <a:pt x="52673" y="57712"/>
                      </a:cubicBezTo>
                      <a:cubicBezTo>
                        <a:pt x="49901" y="54521"/>
                        <a:pt x="45491" y="52921"/>
                        <a:pt x="39443" y="52921"/>
                      </a:cubicBezTo>
                      <a:lnTo>
                        <a:pt x="15754" y="52921"/>
                      </a:lnTo>
                      <a:lnTo>
                        <a:pt x="15754" y="89973"/>
                      </a:lnTo>
                      <a:lnTo>
                        <a:pt x="0" y="89973"/>
                      </a:lnTo>
                      <a:lnTo>
                        <a:pt x="0" y="0"/>
                      </a:lnTo>
                      <a:lnTo>
                        <a:pt x="43605" y="0"/>
                      </a:lnTo>
                      <a:close/>
                      <a:moveTo>
                        <a:pt x="41967" y="40957"/>
                      </a:moveTo>
                      <a:cubicBezTo>
                        <a:pt x="51959" y="40957"/>
                        <a:pt x="56959" y="36166"/>
                        <a:pt x="56959" y="26594"/>
                      </a:cubicBezTo>
                      <a:cubicBezTo>
                        <a:pt x="56959" y="21888"/>
                        <a:pt x="55769" y="18431"/>
                        <a:pt x="53369" y="16192"/>
                      </a:cubicBezTo>
                      <a:cubicBezTo>
                        <a:pt x="50978" y="13973"/>
                        <a:pt x="47130" y="12849"/>
                        <a:pt x="41843" y="12849"/>
                      </a:cubicBezTo>
                      <a:lnTo>
                        <a:pt x="15754" y="12849"/>
                      </a:lnTo>
                      <a:lnTo>
                        <a:pt x="15754" y="40948"/>
                      </a:lnTo>
                      <a:lnTo>
                        <a:pt x="41967" y="40948"/>
                      </a:lnTo>
                      <a:close/>
                    </a:path>
                  </a:pathLst>
                </a:custGeom>
                <a:solidFill>
                  <a:srgbClr val="6E1E6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67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65" name="Freihandform: Form 64">
                  <a:extLst>
                    <a:ext uri="{FF2B5EF4-FFF2-40B4-BE49-F238E27FC236}">
                      <a16:creationId xmlns:a16="http://schemas.microsoft.com/office/drawing/2014/main" id="{40FA99A5-1CE9-41FF-8E9B-6985D18E9330}"/>
                    </a:ext>
                  </a:extLst>
                </p:cNvPr>
                <p:cNvSpPr/>
                <p:nvPr/>
              </p:nvSpPr>
              <p:spPr>
                <a:xfrm>
                  <a:off x="7449048" y="3213914"/>
                  <a:ext cx="73847" cy="92125"/>
                </a:xfrm>
                <a:custGeom>
                  <a:avLst/>
                  <a:gdLst>
                    <a:gd name="connsiteX0" fmla="*/ 15764 w 73847"/>
                    <a:gd name="connsiteY0" fmla="*/ 0 h 92125"/>
                    <a:gd name="connsiteX1" fmla="*/ 15764 w 73847"/>
                    <a:gd name="connsiteY1" fmla="*/ 53178 h 92125"/>
                    <a:gd name="connsiteX2" fmla="*/ 20803 w 73847"/>
                    <a:gd name="connsiteY2" fmla="*/ 72838 h 92125"/>
                    <a:gd name="connsiteX3" fmla="*/ 36928 w 73847"/>
                    <a:gd name="connsiteY3" fmla="*/ 78505 h 92125"/>
                    <a:gd name="connsiteX4" fmla="*/ 53054 w 73847"/>
                    <a:gd name="connsiteY4" fmla="*/ 72961 h 92125"/>
                    <a:gd name="connsiteX5" fmla="*/ 58093 w 73847"/>
                    <a:gd name="connsiteY5" fmla="*/ 53559 h 92125"/>
                    <a:gd name="connsiteX6" fmla="*/ 58093 w 73847"/>
                    <a:gd name="connsiteY6" fmla="*/ 0 h 92125"/>
                    <a:gd name="connsiteX7" fmla="*/ 73847 w 73847"/>
                    <a:gd name="connsiteY7" fmla="*/ 0 h 92125"/>
                    <a:gd name="connsiteX8" fmla="*/ 73847 w 73847"/>
                    <a:gd name="connsiteY8" fmla="*/ 58217 h 92125"/>
                    <a:gd name="connsiteX9" fmla="*/ 63951 w 73847"/>
                    <a:gd name="connsiteY9" fmla="*/ 83229 h 92125"/>
                    <a:gd name="connsiteX10" fmla="*/ 36919 w 73847"/>
                    <a:gd name="connsiteY10" fmla="*/ 92126 h 92125"/>
                    <a:gd name="connsiteX11" fmla="*/ 9954 w 73847"/>
                    <a:gd name="connsiteY11" fmla="*/ 83182 h 92125"/>
                    <a:gd name="connsiteX12" fmla="*/ 0 w 73847"/>
                    <a:gd name="connsiteY12" fmla="*/ 58226 h 92125"/>
                    <a:gd name="connsiteX13" fmla="*/ 0 w 73847"/>
                    <a:gd name="connsiteY13" fmla="*/ 0 h 92125"/>
                    <a:gd name="connsiteX14" fmla="*/ 15764 w 73847"/>
                    <a:gd name="connsiteY14" fmla="*/ 0 h 921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73847" h="92125">
                      <a:moveTo>
                        <a:pt x="15764" y="0"/>
                      </a:moveTo>
                      <a:lnTo>
                        <a:pt x="15764" y="53178"/>
                      </a:lnTo>
                      <a:cubicBezTo>
                        <a:pt x="15764" y="62503"/>
                        <a:pt x="17440" y="69056"/>
                        <a:pt x="20803" y="72838"/>
                      </a:cubicBezTo>
                      <a:cubicBezTo>
                        <a:pt x="24165" y="76610"/>
                        <a:pt x="29537" y="78505"/>
                        <a:pt x="36928" y="78505"/>
                      </a:cubicBezTo>
                      <a:cubicBezTo>
                        <a:pt x="44320" y="78505"/>
                        <a:pt x="49701" y="76667"/>
                        <a:pt x="53054" y="72961"/>
                      </a:cubicBezTo>
                      <a:cubicBezTo>
                        <a:pt x="56417" y="69266"/>
                        <a:pt x="58093" y="62808"/>
                        <a:pt x="58093" y="53559"/>
                      </a:cubicBezTo>
                      <a:lnTo>
                        <a:pt x="58093" y="0"/>
                      </a:lnTo>
                      <a:lnTo>
                        <a:pt x="73847" y="0"/>
                      </a:lnTo>
                      <a:lnTo>
                        <a:pt x="73847" y="58217"/>
                      </a:lnTo>
                      <a:cubicBezTo>
                        <a:pt x="73847" y="68971"/>
                        <a:pt x="70552" y="77314"/>
                        <a:pt x="63951" y="83229"/>
                      </a:cubicBezTo>
                      <a:cubicBezTo>
                        <a:pt x="57360" y="89154"/>
                        <a:pt x="48349" y="92126"/>
                        <a:pt x="36919" y="92126"/>
                      </a:cubicBezTo>
                      <a:cubicBezTo>
                        <a:pt x="25584" y="92126"/>
                        <a:pt x="16593" y="89144"/>
                        <a:pt x="9954" y="83182"/>
                      </a:cubicBezTo>
                      <a:cubicBezTo>
                        <a:pt x="3315" y="77219"/>
                        <a:pt x="0" y="68894"/>
                        <a:pt x="0" y="58226"/>
                      </a:cubicBezTo>
                      <a:lnTo>
                        <a:pt x="0" y="0"/>
                      </a:lnTo>
                      <a:lnTo>
                        <a:pt x="15764" y="0"/>
                      </a:lnTo>
                      <a:close/>
                    </a:path>
                  </a:pathLst>
                </a:custGeom>
                <a:solidFill>
                  <a:srgbClr val="6E1E6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67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66" name="Freihandform: Form 65">
                  <a:extLst>
                    <a:ext uri="{FF2B5EF4-FFF2-40B4-BE49-F238E27FC236}">
                      <a16:creationId xmlns:a16="http://schemas.microsoft.com/office/drawing/2014/main" id="{7376C21A-AA27-4C7D-9B5D-74205B62388A}"/>
                    </a:ext>
                  </a:extLst>
                </p:cNvPr>
                <p:cNvSpPr/>
                <p:nvPr/>
              </p:nvSpPr>
              <p:spPr>
                <a:xfrm>
                  <a:off x="7541050" y="3213914"/>
                  <a:ext cx="70313" cy="89982"/>
                </a:xfrm>
                <a:custGeom>
                  <a:avLst/>
                  <a:gdLst>
                    <a:gd name="connsiteX0" fmla="*/ 40329 w 70313"/>
                    <a:gd name="connsiteY0" fmla="*/ 0 h 89982"/>
                    <a:gd name="connsiteX1" fmla="*/ 62570 w 70313"/>
                    <a:gd name="connsiteY1" fmla="*/ 7439 h 89982"/>
                    <a:gd name="connsiteX2" fmla="*/ 70314 w 70313"/>
                    <a:gd name="connsiteY2" fmla="*/ 27851 h 89982"/>
                    <a:gd name="connsiteX3" fmla="*/ 62503 w 70313"/>
                    <a:gd name="connsiteY3" fmla="*/ 48273 h 89982"/>
                    <a:gd name="connsiteX4" fmla="*/ 40329 w 70313"/>
                    <a:gd name="connsiteY4" fmla="*/ 55455 h 89982"/>
                    <a:gd name="connsiteX5" fmla="*/ 15754 w 70313"/>
                    <a:gd name="connsiteY5" fmla="*/ 55455 h 89982"/>
                    <a:gd name="connsiteX6" fmla="*/ 15754 w 70313"/>
                    <a:gd name="connsiteY6" fmla="*/ 89983 h 89982"/>
                    <a:gd name="connsiteX7" fmla="*/ 0 w 70313"/>
                    <a:gd name="connsiteY7" fmla="*/ 89983 h 89982"/>
                    <a:gd name="connsiteX8" fmla="*/ 0 w 70313"/>
                    <a:gd name="connsiteY8" fmla="*/ 0 h 89982"/>
                    <a:gd name="connsiteX9" fmla="*/ 40329 w 70313"/>
                    <a:gd name="connsiteY9" fmla="*/ 0 h 89982"/>
                    <a:gd name="connsiteX10" fmla="*/ 39195 w 70313"/>
                    <a:gd name="connsiteY10" fmla="*/ 42596 h 89982"/>
                    <a:gd name="connsiteX11" fmla="*/ 50349 w 70313"/>
                    <a:gd name="connsiteY11" fmla="*/ 38433 h 89982"/>
                    <a:gd name="connsiteX12" fmla="*/ 54569 w 70313"/>
                    <a:gd name="connsiteY12" fmla="*/ 27727 h 89982"/>
                    <a:gd name="connsiteX13" fmla="*/ 39576 w 70313"/>
                    <a:gd name="connsiteY13" fmla="*/ 12849 h 89982"/>
                    <a:gd name="connsiteX14" fmla="*/ 15764 w 70313"/>
                    <a:gd name="connsiteY14" fmla="*/ 12849 h 89982"/>
                    <a:gd name="connsiteX15" fmla="*/ 15764 w 70313"/>
                    <a:gd name="connsiteY15" fmla="*/ 42586 h 89982"/>
                    <a:gd name="connsiteX16" fmla="*/ 39195 w 70313"/>
                    <a:gd name="connsiteY16" fmla="*/ 42586 h 899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0313" h="89982">
                      <a:moveTo>
                        <a:pt x="40329" y="0"/>
                      </a:moveTo>
                      <a:cubicBezTo>
                        <a:pt x="49987" y="0"/>
                        <a:pt x="57398" y="2486"/>
                        <a:pt x="62570" y="7439"/>
                      </a:cubicBezTo>
                      <a:cubicBezTo>
                        <a:pt x="67742" y="12392"/>
                        <a:pt x="70314" y="19193"/>
                        <a:pt x="70314" y="27851"/>
                      </a:cubicBezTo>
                      <a:cubicBezTo>
                        <a:pt x="70314" y="36681"/>
                        <a:pt x="67713" y="43482"/>
                        <a:pt x="62503" y="48273"/>
                      </a:cubicBezTo>
                      <a:cubicBezTo>
                        <a:pt x="57293" y="53064"/>
                        <a:pt x="49901" y="55455"/>
                        <a:pt x="40329" y="55455"/>
                      </a:cubicBezTo>
                      <a:lnTo>
                        <a:pt x="15754" y="55455"/>
                      </a:lnTo>
                      <a:lnTo>
                        <a:pt x="15754" y="89983"/>
                      </a:lnTo>
                      <a:lnTo>
                        <a:pt x="0" y="89983"/>
                      </a:lnTo>
                      <a:lnTo>
                        <a:pt x="0" y="0"/>
                      </a:lnTo>
                      <a:lnTo>
                        <a:pt x="40329" y="0"/>
                      </a:lnTo>
                      <a:close/>
                      <a:moveTo>
                        <a:pt x="39195" y="42596"/>
                      </a:moveTo>
                      <a:cubicBezTo>
                        <a:pt x="43815" y="42596"/>
                        <a:pt x="47530" y="41205"/>
                        <a:pt x="50349" y="38433"/>
                      </a:cubicBezTo>
                      <a:cubicBezTo>
                        <a:pt x="53159" y="35662"/>
                        <a:pt x="54569" y="32090"/>
                        <a:pt x="54569" y="27727"/>
                      </a:cubicBezTo>
                      <a:cubicBezTo>
                        <a:pt x="54569" y="17812"/>
                        <a:pt x="49568" y="12849"/>
                        <a:pt x="39576" y="12849"/>
                      </a:cubicBezTo>
                      <a:lnTo>
                        <a:pt x="15764" y="12849"/>
                      </a:lnTo>
                      <a:lnTo>
                        <a:pt x="15764" y="42586"/>
                      </a:lnTo>
                      <a:lnTo>
                        <a:pt x="39195" y="42586"/>
                      </a:lnTo>
                      <a:close/>
                    </a:path>
                  </a:pathLst>
                </a:custGeom>
                <a:solidFill>
                  <a:srgbClr val="6E1E6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67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67" name="Freihandform: Form 66">
                  <a:extLst>
                    <a:ext uri="{FF2B5EF4-FFF2-40B4-BE49-F238E27FC236}">
                      <a16:creationId xmlns:a16="http://schemas.microsoft.com/office/drawing/2014/main" id="{768B4898-3064-4F16-8C7A-FA62B4549DAE}"/>
                    </a:ext>
                  </a:extLst>
                </p:cNvPr>
                <p:cNvSpPr/>
                <p:nvPr/>
              </p:nvSpPr>
              <p:spPr>
                <a:xfrm>
                  <a:off x="7623842" y="3213914"/>
                  <a:ext cx="70313" cy="89982"/>
                </a:xfrm>
                <a:custGeom>
                  <a:avLst/>
                  <a:gdLst>
                    <a:gd name="connsiteX0" fmla="*/ 40329 w 70313"/>
                    <a:gd name="connsiteY0" fmla="*/ 0 h 89982"/>
                    <a:gd name="connsiteX1" fmla="*/ 62570 w 70313"/>
                    <a:gd name="connsiteY1" fmla="*/ 7439 h 89982"/>
                    <a:gd name="connsiteX2" fmla="*/ 70314 w 70313"/>
                    <a:gd name="connsiteY2" fmla="*/ 27851 h 89982"/>
                    <a:gd name="connsiteX3" fmla="*/ 62503 w 70313"/>
                    <a:gd name="connsiteY3" fmla="*/ 48273 h 89982"/>
                    <a:gd name="connsiteX4" fmla="*/ 40329 w 70313"/>
                    <a:gd name="connsiteY4" fmla="*/ 55455 h 89982"/>
                    <a:gd name="connsiteX5" fmla="*/ 15754 w 70313"/>
                    <a:gd name="connsiteY5" fmla="*/ 55455 h 89982"/>
                    <a:gd name="connsiteX6" fmla="*/ 15754 w 70313"/>
                    <a:gd name="connsiteY6" fmla="*/ 89983 h 89982"/>
                    <a:gd name="connsiteX7" fmla="*/ 0 w 70313"/>
                    <a:gd name="connsiteY7" fmla="*/ 89983 h 89982"/>
                    <a:gd name="connsiteX8" fmla="*/ 0 w 70313"/>
                    <a:gd name="connsiteY8" fmla="*/ 0 h 89982"/>
                    <a:gd name="connsiteX9" fmla="*/ 40329 w 70313"/>
                    <a:gd name="connsiteY9" fmla="*/ 0 h 89982"/>
                    <a:gd name="connsiteX10" fmla="*/ 39195 w 70313"/>
                    <a:gd name="connsiteY10" fmla="*/ 42596 h 89982"/>
                    <a:gd name="connsiteX11" fmla="*/ 50349 w 70313"/>
                    <a:gd name="connsiteY11" fmla="*/ 38433 h 89982"/>
                    <a:gd name="connsiteX12" fmla="*/ 54569 w 70313"/>
                    <a:gd name="connsiteY12" fmla="*/ 27727 h 89982"/>
                    <a:gd name="connsiteX13" fmla="*/ 39576 w 70313"/>
                    <a:gd name="connsiteY13" fmla="*/ 12849 h 89982"/>
                    <a:gd name="connsiteX14" fmla="*/ 15764 w 70313"/>
                    <a:gd name="connsiteY14" fmla="*/ 12849 h 89982"/>
                    <a:gd name="connsiteX15" fmla="*/ 15764 w 70313"/>
                    <a:gd name="connsiteY15" fmla="*/ 42586 h 89982"/>
                    <a:gd name="connsiteX16" fmla="*/ 39195 w 70313"/>
                    <a:gd name="connsiteY16" fmla="*/ 42586 h 899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0313" h="89982">
                      <a:moveTo>
                        <a:pt x="40329" y="0"/>
                      </a:moveTo>
                      <a:cubicBezTo>
                        <a:pt x="49987" y="0"/>
                        <a:pt x="57398" y="2486"/>
                        <a:pt x="62570" y="7439"/>
                      </a:cubicBezTo>
                      <a:cubicBezTo>
                        <a:pt x="67742" y="12392"/>
                        <a:pt x="70314" y="19193"/>
                        <a:pt x="70314" y="27851"/>
                      </a:cubicBezTo>
                      <a:cubicBezTo>
                        <a:pt x="70314" y="36681"/>
                        <a:pt x="67713" y="43482"/>
                        <a:pt x="62503" y="48273"/>
                      </a:cubicBezTo>
                      <a:cubicBezTo>
                        <a:pt x="57293" y="53064"/>
                        <a:pt x="49901" y="55455"/>
                        <a:pt x="40329" y="55455"/>
                      </a:cubicBezTo>
                      <a:lnTo>
                        <a:pt x="15754" y="55455"/>
                      </a:lnTo>
                      <a:lnTo>
                        <a:pt x="15754" y="89983"/>
                      </a:lnTo>
                      <a:lnTo>
                        <a:pt x="0" y="89983"/>
                      </a:lnTo>
                      <a:lnTo>
                        <a:pt x="0" y="0"/>
                      </a:lnTo>
                      <a:lnTo>
                        <a:pt x="40329" y="0"/>
                      </a:lnTo>
                      <a:close/>
                      <a:moveTo>
                        <a:pt x="39195" y="42596"/>
                      </a:moveTo>
                      <a:cubicBezTo>
                        <a:pt x="43815" y="42596"/>
                        <a:pt x="47530" y="41205"/>
                        <a:pt x="50349" y="38433"/>
                      </a:cubicBezTo>
                      <a:cubicBezTo>
                        <a:pt x="53159" y="35662"/>
                        <a:pt x="54569" y="32090"/>
                        <a:pt x="54569" y="27727"/>
                      </a:cubicBezTo>
                      <a:cubicBezTo>
                        <a:pt x="54569" y="17812"/>
                        <a:pt x="49568" y="12849"/>
                        <a:pt x="39576" y="12849"/>
                      </a:cubicBezTo>
                      <a:lnTo>
                        <a:pt x="15764" y="12849"/>
                      </a:lnTo>
                      <a:lnTo>
                        <a:pt x="15764" y="42586"/>
                      </a:lnTo>
                      <a:lnTo>
                        <a:pt x="39195" y="42586"/>
                      </a:lnTo>
                      <a:close/>
                    </a:path>
                  </a:pathLst>
                </a:custGeom>
                <a:solidFill>
                  <a:srgbClr val="6E1E6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67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68" name="Freihandform: Form 67">
                  <a:extLst>
                    <a:ext uri="{FF2B5EF4-FFF2-40B4-BE49-F238E27FC236}">
                      <a16:creationId xmlns:a16="http://schemas.microsoft.com/office/drawing/2014/main" id="{4C4B8173-ABD4-490D-8B8C-9E5D2F9D1041}"/>
                    </a:ext>
                  </a:extLst>
                </p:cNvPr>
                <p:cNvSpPr/>
                <p:nvPr/>
              </p:nvSpPr>
              <p:spPr>
                <a:xfrm>
                  <a:off x="7706633" y="3213914"/>
                  <a:ext cx="65655" cy="89992"/>
                </a:xfrm>
                <a:custGeom>
                  <a:avLst/>
                  <a:gdLst>
                    <a:gd name="connsiteX0" fmla="*/ 64770 w 65655"/>
                    <a:gd name="connsiteY0" fmla="*/ 0 h 89992"/>
                    <a:gd name="connsiteX1" fmla="*/ 64770 w 65655"/>
                    <a:gd name="connsiteY1" fmla="*/ 13611 h 89992"/>
                    <a:gd name="connsiteX2" fmla="*/ 15754 w 65655"/>
                    <a:gd name="connsiteY2" fmla="*/ 13611 h 89992"/>
                    <a:gd name="connsiteX3" fmla="*/ 15754 w 65655"/>
                    <a:gd name="connsiteY3" fmla="*/ 37186 h 89992"/>
                    <a:gd name="connsiteX4" fmla="*/ 61122 w 65655"/>
                    <a:gd name="connsiteY4" fmla="*/ 37186 h 89992"/>
                    <a:gd name="connsiteX5" fmla="*/ 61122 w 65655"/>
                    <a:gd name="connsiteY5" fmla="*/ 50044 h 89992"/>
                    <a:gd name="connsiteX6" fmla="*/ 15754 w 65655"/>
                    <a:gd name="connsiteY6" fmla="*/ 50044 h 89992"/>
                    <a:gd name="connsiteX7" fmla="*/ 15754 w 65655"/>
                    <a:gd name="connsiteY7" fmla="*/ 76381 h 89992"/>
                    <a:gd name="connsiteX8" fmla="*/ 65656 w 65655"/>
                    <a:gd name="connsiteY8" fmla="*/ 76381 h 89992"/>
                    <a:gd name="connsiteX9" fmla="*/ 65656 w 65655"/>
                    <a:gd name="connsiteY9" fmla="*/ 89992 h 89992"/>
                    <a:gd name="connsiteX10" fmla="*/ 0 w 65655"/>
                    <a:gd name="connsiteY10" fmla="*/ 89992 h 89992"/>
                    <a:gd name="connsiteX11" fmla="*/ 0 w 65655"/>
                    <a:gd name="connsiteY11" fmla="*/ 0 h 89992"/>
                    <a:gd name="connsiteX12" fmla="*/ 64770 w 65655"/>
                    <a:gd name="connsiteY12" fmla="*/ 0 h 899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5655" h="89992">
                      <a:moveTo>
                        <a:pt x="64770" y="0"/>
                      </a:moveTo>
                      <a:lnTo>
                        <a:pt x="64770" y="13611"/>
                      </a:lnTo>
                      <a:lnTo>
                        <a:pt x="15754" y="13611"/>
                      </a:lnTo>
                      <a:lnTo>
                        <a:pt x="15754" y="37186"/>
                      </a:lnTo>
                      <a:lnTo>
                        <a:pt x="61122" y="37186"/>
                      </a:lnTo>
                      <a:lnTo>
                        <a:pt x="61122" y="50044"/>
                      </a:lnTo>
                      <a:lnTo>
                        <a:pt x="15754" y="50044"/>
                      </a:lnTo>
                      <a:lnTo>
                        <a:pt x="15754" y="76381"/>
                      </a:lnTo>
                      <a:lnTo>
                        <a:pt x="65656" y="76381"/>
                      </a:lnTo>
                      <a:lnTo>
                        <a:pt x="65656" y="89992"/>
                      </a:lnTo>
                      <a:lnTo>
                        <a:pt x="0" y="89992"/>
                      </a:lnTo>
                      <a:lnTo>
                        <a:pt x="0" y="0"/>
                      </a:lnTo>
                      <a:lnTo>
                        <a:pt x="64770" y="0"/>
                      </a:lnTo>
                      <a:close/>
                    </a:path>
                  </a:pathLst>
                </a:custGeom>
                <a:solidFill>
                  <a:srgbClr val="6E1E6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67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52" name="Grafik 33">
              <a:extLst>
                <a:ext uri="{FF2B5EF4-FFF2-40B4-BE49-F238E27FC236}">
                  <a16:creationId xmlns:a16="http://schemas.microsoft.com/office/drawing/2014/main" id="{B01D228B-39BD-4A24-83DF-8B911784241D}"/>
                </a:ext>
              </a:extLst>
            </p:cNvPr>
            <p:cNvGrpSpPr/>
            <p:nvPr/>
          </p:nvGrpSpPr>
          <p:grpSpPr>
            <a:xfrm>
              <a:off x="7795120" y="3211752"/>
              <a:ext cx="699973" cy="94278"/>
              <a:chOff x="7795120" y="3211752"/>
              <a:chExt cx="699973" cy="94278"/>
            </a:xfrm>
            <a:solidFill>
              <a:srgbClr val="9D9D9D"/>
            </a:solidFill>
          </p:grpSpPr>
          <p:sp>
            <p:nvSpPr>
              <p:cNvPr id="53" name="Freihandform: Form 52">
                <a:extLst>
                  <a:ext uri="{FF2B5EF4-FFF2-40B4-BE49-F238E27FC236}">
                    <a16:creationId xmlns:a16="http://schemas.microsoft.com/office/drawing/2014/main" id="{FAB7E8E5-35AD-4640-8173-055A26A91542}"/>
                  </a:ext>
                </a:extLst>
              </p:cNvPr>
              <p:cNvSpPr/>
              <p:nvPr/>
            </p:nvSpPr>
            <p:spPr>
              <a:xfrm>
                <a:off x="7795120" y="3286847"/>
                <a:ext cx="17592" cy="17068"/>
              </a:xfrm>
              <a:custGeom>
                <a:avLst/>
                <a:gdLst>
                  <a:gd name="connsiteX0" fmla="*/ 0 w 17592"/>
                  <a:gd name="connsiteY0" fmla="*/ 17069 h 17068"/>
                  <a:gd name="connsiteX1" fmla="*/ 0 w 17592"/>
                  <a:gd name="connsiteY1" fmla="*/ 0 h 17068"/>
                  <a:gd name="connsiteX2" fmla="*/ 17593 w 17592"/>
                  <a:gd name="connsiteY2" fmla="*/ 0 h 17068"/>
                  <a:gd name="connsiteX3" fmla="*/ 17593 w 17592"/>
                  <a:gd name="connsiteY3" fmla="*/ 17069 h 17068"/>
                  <a:gd name="connsiteX4" fmla="*/ 0 w 17592"/>
                  <a:gd name="connsiteY4" fmla="*/ 17069 h 17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592" h="17068">
                    <a:moveTo>
                      <a:pt x="0" y="17069"/>
                    </a:moveTo>
                    <a:lnTo>
                      <a:pt x="0" y="0"/>
                    </a:lnTo>
                    <a:lnTo>
                      <a:pt x="17593" y="0"/>
                    </a:lnTo>
                    <a:lnTo>
                      <a:pt x="17593" y="17069"/>
                    </a:lnTo>
                    <a:lnTo>
                      <a:pt x="0" y="17069"/>
                    </a:lnTo>
                    <a:close/>
                  </a:path>
                </a:pathLst>
              </a:custGeom>
              <a:solidFill>
                <a:srgbClr val="9D9D9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67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4" name="Freihandform: Form 53">
                <a:extLst>
                  <a:ext uri="{FF2B5EF4-FFF2-40B4-BE49-F238E27FC236}">
                    <a16:creationId xmlns:a16="http://schemas.microsoft.com/office/drawing/2014/main" id="{211F729A-0697-4941-8133-45226DEBB229}"/>
                  </a:ext>
                </a:extLst>
              </p:cNvPr>
              <p:cNvSpPr/>
              <p:nvPr/>
            </p:nvSpPr>
            <p:spPr>
              <a:xfrm>
                <a:off x="7829810" y="3211752"/>
                <a:ext cx="73437" cy="94278"/>
              </a:xfrm>
              <a:custGeom>
                <a:avLst/>
                <a:gdLst>
                  <a:gd name="connsiteX0" fmla="*/ 0 w 73437"/>
                  <a:gd name="connsiteY0" fmla="*/ 62141 h 94278"/>
                  <a:gd name="connsiteX1" fmla="*/ 15773 w 73437"/>
                  <a:gd name="connsiteY1" fmla="*/ 62141 h 94278"/>
                  <a:gd name="connsiteX2" fmla="*/ 22088 w 73437"/>
                  <a:gd name="connsiteY2" fmla="*/ 76695 h 94278"/>
                  <a:gd name="connsiteX3" fmla="*/ 38614 w 73437"/>
                  <a:gd name="connsiteY3" fmla="*/ 81420 h 94278"/>
                  <a:gd name="connsiteX4" fmla="*/ 53007 w 73437"/>
                  <a:gd name="connsiteY4" fmla="*/ 77448 h 94278"/>
                  <a:gd name="connsiteX5" fmla="*/ 57674 w 73437"/>
                  <a:gd name="connsiteY5" fmla="*/ 67808 h 94278"/>
                  <a:gd name="connsiteX6" fmla="*/ 50225 w 73437"/>
                  <a:gd name="connsiteY6" fmla="*/ 56712 h 94278"/>
                  <a:gd name="connsiteX7" fmla="*/ 43729 w 73437"/>
                  <a:gd name="connsiteY7" fmla="*/ 54635 h 94278"/>
                  <a:gd name="connsiteX8" fmla="*/ 33890 w 73437"/>
                  <a:gd name="connsiteY8" fmla="*/ 52054 h 94278"/>
                  <a:gd name="connsiteX9" fmla="*/ 23355 w 73437"/>
                  <a:gd name="connsiteY9" fmla="*/ 49282 h 94278"/>
                  <a:gd name="connsiteX10" fmla="*/ 3419 w 73437"/>
                  <a:gd name="connsiteY10" fmla="*/ 26470 h 94278"/>
                  <a:gd name="connsiteX11" fmla="*/ 8334 w 73437"/>
                  <a:gd name="connsiteY11" fmla="*/ 11725 h 94278"/>
                  <a:gd name="connsiteX12" fmla="*/ 20574 w 73437"/>
                  <a:gd name="connsiteY12" fmla="*/ 2772 h 94278"/>
                  <a:gd name="connsiteX13" fmla="*/ 36347 w 73437"/>
                  <a:gd name="connsiteY13" fmla="*/ 0 h 94278"/>
                  <a:gd name="connsiteX14" fmla="*/ 61017 w 73437"/>
                  <a:gd name="connsiteY14" fmla="*/ 7630 h 94278"/>
                  <a:gd name="connsiteX15" fmla="*/ 70923 w 73437"/>
                  <a:gd name="connsiteY15" fmla="*/ 28737 h 94278"/>
                  <a:gd name="connsiteX16" fmla="*/ 55150 w 73437"/>
                  <a:gd name="connsiteY16" fmla="*/ 28737 h 94278"/>
                  <a:gd name="connsiteX17" fmla="*/ 35719 w 73437"/>
                  <a:gd name="connsiteY17" fmla="*/ 12859 h 94278"/>
                  <a:gd name="connsiteX18" fmla="*/ 24165 w 73437"/>
                  <a:gd name="connsiteY18" fmla="*/ 15631 h 94278"/>
                  <a:gd name="connsiteX19" fmla="*/ 19183 w 73437"/>
                  <a:gd name="connsiteY19" fmla="*/ 24584 h 94278"/>
                  <a:gd name="connsiteX20" fmla="*/ 29908 w 73437"/>
                  <a:gd name="connsiteY20" fmla="*/ 36176 h 94278"/>
                  <a:gd name="connsiteX21" fmla="*/ 35843 w 73437"/>
                  <a:gd name="connsiteY21" fmla="*/ 37690 h 94278"/>
                  <a:gd name="connsiteX22" fmla="*/ 47768 w 73437"/>
                  <a:gd name="connsiteY22" fmla="*/ 40843 h 94278"/>
                  <a:gd name="connsiteX23" fmla="*/ 55902 w 73437"/>
                  <a:gd name="connsiteY23" fmla="*/ 43110 h 94278"/>
                  <a:gd name="connsiteX24" fmla="*/ 68904 w 73437"/>
                  <a:gd name="connsiteY24" fmla="*/ 52121 h 94278"/>
                  <a:gd name="connsiteX25" fmla="*/ 73438 w 73437"/>
                  <a:gd name="connsiteY25" fmla="*/ 66046 h 94278"/>
                  <a:gd name="connsiteX26" fmla="*/ 68075 w 73437"/>
                  <a:gd name="connsiteY26" fmla="*/ 82239 h 94278"/>
                  <a:gd name="connsiteX27" fmla="*/ 54893 w 73437"/>
                  <a:gd name="connsiteY27" fmla="*/ 91564 h 94278"/>
                  <a:gd name="connsiteX28" fmla="*/ 37605 w 73437"/>
                  <a:gd name="connsiteY28" fmla="*/ 94278 h 94278"/>
                  <a:gd name="connsiteX29" fmla="*/ 10725 w 73437"/>
                  <a:gd name="connsiteY29" fmla="*/ 86211 h 94278"/>
                  <a:gd name="connsiteX30" fmla="*/ 0 w 73437"/>
                  <a:gd name="connsiteY30" fmla="*/ 62141 h 942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73437" h="94278">
                    <a:moveTo>
                      <a:pt x="0" y="62141"/>
                    </a:moveTo>
                    <a:lnTo>
                      <a:pt x="15773" y="62141"/>
                    </a:lnTo>
                    <a:cubicBezTo>
                      <a:pt x="15773" y="68694"/>
                      <a:pt x="17869" y="73543"/>
                      <a:pt x="22088" y="76695"/>
                    </a:cubicBezTo>
                    <a:cubicBezTo>
                      <a:pt x="26289" y="79848"/>
                      <a:pt x="31804" y="81420"/>
                      <a:pt x="38614" y="81420"/>
                    </a:cubicBezTo>
                    <a:cubicBezTo>
                      <a:pt x="45091" y="81420"/>
                      <a:pt x="49892" y="80096"/>
                      <a:pt x="53007" y="77448"/>
                    </a:cubicBezTo>
                    <a:cubicBezTo>
                      <a:pt x="56121" y="74800"/>
                      <a:pt x="57674" y="71590"/>
                      <a:pt x="57674" y="67808"/>
                    </a:cubicBezTo>
                    <a:cubicBezTo>
                      <a:pt x="57674" y="62255"/>
                      <a:pt x="55197" y="58569"/>
                      <a:pt x="50225" y="56712"/>
                    </a:cubicBezTo>
                    <a:cubicBezTo>
                      <a:pt x="48377" y="56036"/>
                      <a:pt x="46206" y="55350"/>
                      <a:pt x="43729" y="54635"/>
                    </a:cubicBezTo>
                    <a:cubicBezTo>
                      <a:pt x="41243" y="53921"/>
                      <a:pt x="37967" y="53054"/>
                      <a:pt x="33890" y="52054"/>
                    </a:cubicBezTo>
                    <a:cubicBezTo>
                      <a:pt x="29804" y="51044"/>
                      <a:pt x="26298" y="50121"/>
                      <a:pt x="23355" y="49282"/>
                    </a:cubicBezTo>
                    <a:cubicBezTo>
                      <a:pt x="10058" y="45672"/>
                      <a:pt x="3419" y="38071"/>
                      <a:pt x="3419" y="26470"/>
                    </a:cubicBezTo>
                    <a:cubicBezTo>
                      <a:pt x="3419" y="20755"/>
                      <a:pt x="5058" y="15840"/>
                      <a:pt x="8334" y="11725"/>
                    </a:cubicBezTo>
                    <a:cubicBezTo>
                      <a:pt x="11611" y="7610"/>
                      <a:pt x="15697" y="4620"/>
                      <a:pt x="20574" y="2772"/>
                    </a:cubicBezTo>
                    <a:cubicBezTo>
                      <a:pt x="25451" y="924"/>
                      <a:pt x="30709" y="0"/>
                      <a:pt x="36347" y="0"/>
                    </a:cubicBezTo>
                    <a:cubicBezTo>
                      <a:pt x="46196" y="0"/>
                      <a:pt x="54416" y="2543"/>
                      <a:pt x="61017" y="7630"/>
                    </a:cubicBezTo>
                    <a:cubicBezTo>
                      <a:pt x="67618" y="12716"/>
                      <a:pt x="70923" y="19745"/>
                      <a:pt x="70923" y="28737"/>
                    </a:cubicBezTo>
                    <a:lnTo>
                      <a:pt x="55150" y="28737"/>
                    </a:lnTo>
                    <a:cubicBezTo>
                      <a:pt x="54473" y="18155"/>
                      <a:pt x="47996" y="12859"/>
                      <a:pt x="35719" y="12859"/>
                    </a:cubicBezTo>
                    <a:cubicBezTo>
                      <a:pt x="31347" y="12859"/>
                      <a:pt x="27489" y="13783"/>
                      <a:pt x="24165" y="15631"/>
                    </a:cubicBezTo>
                    <a:cubicBezTo>
                      <a:pt x="20841" y="17478"/>
                      <a:pt x="19183" y="20469"/>
                      <a:pt x="19183" y="24584"/>
                    </a:cubicBezTo>
                    <a:cubicBezTo>
                      <a:pt x="19183" y="30385"/>
                      <a:pt x="22755" y="34252"/>
                      <a:pt x="29908" y="36176"/>
                    </a:cubicBezTo>
                    <a:cubicBezTo>
                      <a:pt x="29994" y="36176"/>
                      <a:pt x="31966" y="36681"/>
                      <a:pt x="35843" y="37690"/>
                    </a:cubicBezTo>
                    <a:cubicBezTo>
                      <a:pt x="39710" y="38700"/>
                      <a:pt x="43682" y="39757"/>
                      <a:pt x="47768" y="40843"/>
                    </a:cubicBezTo>
                    <a:cubicBezTo>
                      <a:pt x="51854" y="41939"/>
                      <a:pt x="54559" y="42691"/>
                      <a:pt x="55902" y="43110"/>
                    </a:cubicBezTo>
                    <a:cubicBezTo>
                      <a:pt x="61541" y="44796"/>
                      <a:pt x="65875" y="47796"/>
                      <a:pt x="68904" y="52121"/>
                    </a:cubicBezTo>
                    <a:cubicBezTo>
                      <a:pt x="71923" y="56445"/>
                      <a:pt x="73438" y="61093"/>
                      <a:pt x="73438" y="66046"/>
                    </a:cubicBezTo>
                    <a:cubicBezTo>
                      <a:pt x="73438" y="72428"/>
                      <a:pt x="71647" y="77829"/>
                      <a:pt x="68075" y="82239"/>
                    </a:cubicBezTo>
                    <a:cubicBezTo>
                      <a:pt x="64494" y="86649"/>
                      <a:pt x="60103" y="89754"/>
                      <a:pt x="54893" y="91564"/>
                    </a:cubicBezTo>
                    <a:cubicBezTo>
                      <a:pt x="49673" y="93374"/>
                      <a:pt x="43910" y="94278"/>
                      <a:pt x="37605" y="94278"/>
                    </a:cubicBezTo>
                    <a:cubicBezTo>
                      <a:pt x="26670" y="94278"/>
                      <a:pt x="17707" y="91592"/>
                      <a:pt x="10725" y="86211"/>
                    </a:cubicBezTo>
                    <a:cubicBezTo>
                      <a:pt x="3743" y="80839"/>
                      <a:pt x="171" y="72819"/>
                      <a:pt x="0" y="62141"/>
                    </a:cubicBezTo>
                    <a:close/>
                  </a:path>
                </a:pathLst>
              </a:custGeom>
              <a:solidFill>
                <a:srgbClr val="9D9D9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67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5" name="Freihandform: Form 54">
                <a:extLst>
                  <a:ext uri="{FF2B5EF4-FFF2-40B4-BE49-F238E27FC236}">
                    <a16:creationId xmlns:a16="http://schemas.microsoft.com/office/drawing/2014/main" id="{5F5F2DAF-D917-429F-BA12-4D928B6980E8}"/>
                  </a:ext>
                </a:extLst>
              </p:cNvPr>
              <p:cNvSpPr/>
              <p:nvPr/>
            </p:nvSpPr>
            <p:spPr>
              <a:xfrm>
                <a:off x="7917783" y="3211762"/>
                <a:ext cx="81524" cy="94268"/>
              </a:xfrm>
              <a:custGeom>
                <a:avLst/>
                <a:gdLst>
                  <a:gd name="connsiteX0" fmla="*/ 81391 w 81524"/>
                  <a:gd name="connsiteY0" fmla="*/ 30747 h 94268"/>
                  <a:gd name="connsiteX1" fmla="*/ 65618 w 81524"/>
                  <a:gd name="connsiteY1" fmla="*/ 30747 h 94268"/>
                  <a:gd name="connsiteX2" fmla="*/ 43158 w 81524"/>
                  <a:gd name="connsiteY2" fmla="*/ 12859 h 94268"/>
                  <a:gd name="connsiteX3" fmla="*/ 22717 w 81524"/>
                  <a:gd name="connsiteY3" fmla="*/ 22879 h 94268"/>
                  <a:gd name="connsiteX4" fmla="*/ 15773 w 81524"/>
                  <a:gd name="connsiteY4" fmla="*/ 47139 h 94268"/>
                  <a:gd name="connsiteX5" fmla="*/ 22717 w 81524"/>
                  <a:gd name="connsiteY5" fmla="*/ 71399 h 94268"/>
                  <a:gd name="connsiteX6" fmla="*/ 43158 w 81524"/>
                  <a:gd name="connsiteY6" fmla="*/ 81420 h 94268"/>
                  <a:gd name="connsiteX7" fmla="*/ 59188 w 81524"/>
                  <a:gd name="connsiteY7" fmla="*/ 74800 h 94268"/>
                  <a:gd name="connsiteX8" fmla="*/ 66132 w 81524"/>
                  <a:gd name="connsiteY8" fmla="*/ 57845 h 94268"/>
                  <a:gd name="connsiteX9" fmla="*/ 81524 w 81524"/>
                  <a:gd name="connsiteY9" fmla="*/ 57845 h 94268"/>
                  <a:gd name="connsiteX10" fmla="*/ 69971 w 81524"/>
                  <a:gd name="connsiteY10" fmla="*/ 84191 h 94268"/>
                  <a:gd name="connsiteX11" fmla="*/ 43158 w 81524"/>
                  <a:gd name="connsiteY11" fmla="*/ 94269 h 94268"/>
                  <a:gd name="connsiteX12" fmla="*/ 11735 w 81524"/>
                  <a:gd name="connsiteY12" fmla="*/ 80658 h 94268"/>
                  <a:gd name="connsiteX13" fmla="*/ 0 w 81524"/>
                  <a:gd name="connsiteY13" fmla="*/ 47130 h 94268"/>
                  <a:gd name="connsiteX14" fmla="*/ 11735 w 81524"/>
                  <a:gd name="connsiteY14" fmla="*/ 13611 h 94268"/>
                  <a:gd name="connsiteX15" fmla="*/ 43158 w 81524"/>
                  <a:gd name="connsiteY15" fmla="*/ 0 h 94268"/>
                  <a:gd name="connsiteX16" fmla="*/ 69409 w 81524"/>
                  <a:gd name="connsiteY16" fmla="*/ 8315 h 94268"/>
                  <a:gd name="connsiteX17" fmla="*/ 81391 w 81524"/>
                  <a:gd name="connsiteY17" fmla="*/ 30747 h 94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81524" h="94268">
                    <a:moveTo>
                      <a:pt x="81391" y="30747"/>
                    </a:moveTo>
                    <a:lnTo>
                      <a:pt x="65618" y="30747"/>
                    </a:lnTo>
                    <a:cubicBezTo>
                      <a:pt x="62598" y="18821"/>
                      <a:pt x="55102" y="12859"/>
                      <a:pt x="43158" y="12859"/>
                    </a:cubicBezTo>
                    <a:cubicBezTo>
                      <a:pt x="34157" y="12859"/>
                      <a:pt x="27337" y="16202"/>
                      <a:pt x="22717" y="22879"/>
                    </a:cubicBezTo>
                    <a:cubicBezTo>
                      <a:pt x="18088" y="29566"/>
                      <a:pt x="15773" y="37652"/>
                      <a:pt x="15773" y="47139"/>
                    </a:cubicBezTo>
                    <a:cubicBezTo>
                      <a:pt x="15773" y="56636"/>
                      <a:pt x="18088" y="64722"/>
                      <a:pt x="22717" y="71399"/>
                    </a:cubicBezTo>
                    <a:cubicBezTo>
                      <a:pt x="27337" y="78086"/>
                      <a:pt x="34157" y="81420"/>
                      <a:pt x="43158" y="81420"/>
                    </a:cubicBezTo>
                    <a:cubicBezTo>
                      <a:pt x="49882" y="81420"/>
                      <a:pt x="55226" y="79219"/>
                      <a:pt x="59188" y="74800"/>
                    </a:cubicBezTo>
                    <a:cubicBezTo>
                      <a:pt x="63141" y="70390"/>
                      <a:pt x="65456" y="64741"/>
                      <a:pt x="66132" y="57845"/>
                    </a:cubicBezTo>
                    <a:lnTo>
                      <a:pt x="81524" y="57845"/>
                    </a:lnTo>
                    <a:cubicBezTo>
                      <a:pt x="80848" y="68685"/>
                      <a:pt x="77000" y="77467"/>
                      <a:pt x="69971" y="84191"/>
                    </a:cubicBezTo>
                    <a:cubicBezTo>
                      <a:pt x="62951" y="90916"/>
                      <a:pt x="54007" y="94269"/>
                      <a:pt x="43158" y="94269"/>
                    </a:cubicBezTo>
                    <a:cubicBezTo>
                      <a:pt x="30032" y="94269"/>
                      <a:pt x="19555" y="89735"/>
                      <a:pt x="11735" y="80658"/>
                    </a:cubicBezTo>
                    <a:cubicBezTo>
                      <a:pt x="3915" y="71580"/>
                      <a:pt x="0" y="60408"/>
                      <a:pt x="0" y="47130"/>
                    </a:cubicBezTo>
                    <a:cubicBezTo>
                      <a:pt x="0" y="33861"/>
                      <a:pt x="3915" y="22679"/>
                      <a:pt x="11735" y="13611"/>
                    </a:cubicBezTo>
                    <a:cubicBezTo>
                      <a:pt x="19564" y="4543"/>
                      <a:pt x="30032" y="0"/>
                      <a:pt x="43158" y="0"/>
                    </a:cubicBezTo>
                    <a:cubicBezTo>
                      <a:pt x="53588" y="86"/>
                      <a:pt x="62341" y="2858"/>
                      <a:pt x="69409" y="8315"/>
                    </a:cubicBezTo>
                    <a:cubicBezTo>
                      <a:pt x="76476" y="13783"/>
                      <a:pt x="80467" y="21260"/>
                      <a:pt x="81391" y="30747"/>
                    </a:cubicBezTo>
                    <a:close/>
                  </a:path>
                </a:pathLst>
              </a:custGeom>
              <a:solidFill>
                <a:srgbClr val="9D9D9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67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6" name="Freihandform: Form 55">
                <a:extLst>
                  <a:ext uri="{FF2B5EF4-FFF2-40B4-BE49-F238E27FC236}">
                    <a16:creationId xmlns:a16="http://schemas.microsoft.com/office/drawing/2014/main" id="{31848899-AD62-4ADC-BE63-8DAC0D383E1B}"/>
                  </a:ext>
                </a:extLst>
              </p:cNvPr>
              <p:cNvSpPr/>
              <p:nvPr/>
            </p:nvSpPr>
            <p:spPr>
              <a:xfrm>
                <a:off x="8018558" y="3213905"/>
                <a:ext cx="72580" cy="89992"/>
              </a:xfrm>
              <a:custGeom>
                <a:avLst/>
                <a:gdLst>
                  <a:gd name="connsiteX0" fmla="*/ 0 w 72580"/>
                  <a:gd name="connsiteY0" fmla="*/ 89992 h 89992"/>
                  <a:gd name="connsiteX1" fmla="*/ 0 w 72580"/>
                  <a:gd name="connsiteY1" fmla="*/ 0 h 89992"/>
                  <a:gd name="connsiteX2" fmla="*/ 15773 w 72580"/>
                  <a:gd name="connsiteY2" fmla="*/ 0 h 89992"/>
                  <a:gd name="connsiteX3" fmla="*/ 15773 w 72580"/>
                  <a:gd name="connsiteY3" fmla="*/ 35795 h 89992"/>
                  <a:gd name="connsiteX4" fmla="*/ 56798 w 72580"/>
                  <a:gd name="connsiteY4" fmla="*/ 35795 h 89992"/>
                  <a:gd name="connsiteX5" fmla="*/ 56798 w 72580"/>
                  <a:gd name="connsiteY5" fmla="*/ 0 h 89992"/>
                  <a:gd name="connsiteX6" fmla="*/ 72581 w 72580"/>
                  <a:gd name="connsiteY6" fmla="*/ 0 h 89992"/>
                  <a:gd name="connsiteX7" fmla="*/ 72581 w 72580"/>
                  <a:gd name="connsiteY7" fmla="*/ 89992 h 89992"/>
                  <a:gd name="connsiteX8" fmla="*/ 56798 w 72580"/>
                  <a:gd name="connsiteY8" fmla="*/ 89992 h 89992"/>
                  <a:gd name="connsiteX9" fmla="*/ 56798 w 72580"/>
                  <a:gd name="connsiteY9" fmla="*/ 49406 h 89992"/>
                  <a:gd name="connsiteX10" fmla="*/ 15773 w 72580"/>
                  <a:gd name="connsiteY10" fmla="*/ 49406 h 89992"/>
                  <a:gd name="connsiteX11" fmla="*/ 15773 w 72580"/>
                  <a:gd name="connsiteY11" fmla="*/ 89992 h 89992"/>
                  <a:gd name="connsiteX12" fmla="*/ 0 w 72580"/>
                  <a:gd name="connsiteY12" fmla="*/ 89992 h 89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2580" h="89992">
                    <a:moveTo>
                      <a:pt x="0" y="89992"/>
                    </a:moveTo>
                    <a:lnTo>
                      <a:pt x="0" y="0"/>
                    </a:lnTo>
                    <a:lnTo>
                      <a:pt x="15773" y="0"/>
                    </a:lnTo>
                    <a:lnTo>
                      <a:pt x="15773" y="35795"/>
                    </a:lnTo>
                    <a:lnTo>
                      <a:pt x="56798" y="35795"/>
                    </a:lnTo>
                    <a:lnTo>
                      <a:pt x="56798" y="0"/>
                    </a:lnTo>
                    <a:lnTo>
                      <a:pt x="72581" y="0"/>
                    </a:lnTo>
                    <a:lnTo>
                      <a:pt x="72581" y="89992"/>
                    </a:lnTo>
                    <a:lnTo>
                      <a:pt x="56798" y="89992"/>
                    </a:lnTo>
                    <a:lnTo>
                      <a:pt x="56798" y="49406"/>
                    </a:lnTo>
                    <a:lnTo>
                      <a:pt x="15773" y="49406"/>
                    </a:lnTo>
                    <a:lnTo>
                      <a:pt x="15773" y="89992"/>
                    </a:lnTo>
                    <a:lnTo>
                      <a:pt x="0" y="89992"/>
                    </a:lnTo>
                    <a:close/>
                  </a:path>
                </a:pathLst>
              </a:custGeom>
              <a:solidFill>
                <a:srgbClr val="9D9D9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67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7" name="Freihandform: Form 56">
                <a:extLst>
                  <a:ext uri="{FF2B5EF4-FFF2-40B4-BE49-F238E27FC236}">
                    <a16:creationId xmlns:a16="http://schemas.microsoft.com/office/drawing/2014/main" id="{73DFD681-2707-47B9-B580-BBF6339DAD4C}"/>
                  </a:ext>
                </a:extLst>
              </p:cNvPr>
              <p:cNvSpPr/>
              <p:nvPr/>
            </p:nvSpPr>
            <p:spPr>
              <a:xfrm>
                <a:off x="8109140" y="3213905"/>
                <a:ext cx="117624" cy="89992"/>
              </a:xfrm>
              <a:custGeom>
                <a:avLst/>
                <a:gdLst>
                  <a:gd name="connsiteX0" fmla="*/ 23727 w 117624"/>
                  <a:gd name="connsiteY0" fmla="*/ 89992 h 89992"/>
                  <a:gd name="connsiteX1" fmla="*/ 0 w 117624"/>
                  <a:gd name="connsiteY1" fmla="*/ 0 h 89992"/>
                  <a:gd name="connsiteX2" fmla="*/ 16021 w 117624"/>
                  <a:gd name="connsiteY2" fmla="*/ 0 h 89992"/>
                  <a:gd name="connsiteX3" fmla="*/ 32299 w 117624"/>
                  <a:gd name="connsiteY3" fmla="*/ 68818 h 89992"/>
                  <a:gd name="connsiteX4" fmla="*/ 32556 w 117624"/>
                  <a:gd name="connsiteY4" fmla="*/ 68818 h 89992"/>
                  <a:gd name="connsiteX5" fmla="*/ 50740 w 117624"/>
                  <a:gd name="connsiteY5" fmla="*/ 0 h 89992"/>
                  <a:gd name="connsiteX6" fmla="*/ 66885 w 117624"/>
                  <a:gd name="connsiteY6" fmla="*/ 0 h 89992"/>
                  <a:gd name="connsiteX7" fmla="*/ 84563 w 117624"/>
                  <a:gd name="connsiteY7" fmla="*/ 68818 h 89992"/>
                  <a:gd name="connsiteX8" fmla="*/ 84811 w 117624"/>
                  <a:gd name="connsiteY8" fmla="*/ 68818 h 89992"/>
                  <a:gd name="connsiteX9" fmla="*/ 101603 w 117624"/>
                  <a:gd name="connsiteY9" fmla="*/ 0 h 89992"/>
                  <a:gd name="connsiteX10" fmla="*/ 117624 w 117624"/>
                  <a:gd name="connsiteY10" fmla="*/ 0 h 89992"/>
                  <a:gd name="connsiteX11" fmla="*/ 92754 w 117624"/>
                  <a:gd name="connsiteY11" fmla="*/ 89992 h 89992"/>
                  <a:gd name="connsiteX12" fmla="*/ 76733 w 117624"/>
                  <a:gd name="connsiteY12" fmla="*/ 89992 h 89992"/>
                  <a:gd name="connsiteX13" fmla="*/ 58693 w 117624"/>
                  <a:gd name="connsiteY13" fmla="*/ 21174 h 89992"/>
                  <a:gd name="connsiteX14" fmla="*/ 58436 w 117624"/>
                  <a:gd name="connsiteY14" fmla="*/ 21174 h 89992"/>
                  <a:gd name="connsiteX15" fmla="*/ 40014 w 117624"/>
                  <a:gd name="connsiteY15" fmla="*/ 89992 h 89992"/>
                  <a:gd name="connsiteX16" fmla="*/ 23727 w 117624"/>
                  <a:gd name="connsiteY16" fmla="*/ 89992 h 89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7624" h="89992">
                    <a:moveTo>
                      <a:pt x="23727" y="89992"/>
                    </a:moveTo>
                    <a:lnTo>
                      <a:pt x="0" y="0"/>
                    </a:lnTo>
                    <a:lnTo>
                      <a:pt x="16021" y="0"/>
                    </a:lnTo>
                    <a:lnTo>
                      <a:pt x="32299" y="68818"/>
                    </a:lnTo>
                    <a:lnTo>
                      <a:pt x="32556" y="68818"/>
                    </a:lnTo>
                    <a:lnTo>
                      <a:pt x="50740" y="0"/>
                    </a:lnTo>
                    <a:lnTo>
                      <a:pt x="66885" y="0"/>
                    </a:lnTo>
                    <a:lnTo>
                      <a:pt x="84563" y="68818"/>
                    </a:lnTo>
                    <a:lnTo>
                      <a:pt x="84811" y="68818"/>
                    </a:lnTo>
                    <a:lnTo>
                      <a:pt x="101603" y="0"/>
                    </a:lnTo>
                    <a:lnTo>
                      <a:pt x="117624" y="0"/>
                    </a:lnTo>
                    <a:lnTo>
                      <a:pt x="92754" y="89992"/>
                    </a:lnTo>
                    <a:lnTo>
                      <a:pt x="76733" y="89992"/>
                    </a:lnTo>
                    <a:lnTo>
                      <a:pt x="58693" y="21174"/>
                    </a:lnTo>
                    <a:lnTo>
                      <a:pt x="58436" y="21174"/>
                    </a:lnTo>
                    <a:lnTo>
                      <a:pt x="40014" y="89992"/>
                    </a:lnTo>
                    <a:lnTo>
                      <a:pt x="23727" y="89992"/>
                    </a:lnTo>
                    <a:close/>
                  </a:path>
                </a:pathLst>
              </a:custGeom>
              <a:solidFill>
                <a:srgbClr val="9D9D9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67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8" name="Freihandform: Form 57">
                <a:extLst>
                  <a:ext uri="{FF2B5EF4-FFF2-40B4-BE49-F238E27FC236}">
                    <a16:creationId xmlns:a16="http://schemas.microsoft.com/office/drawing/2014/main" id="{CA38883B-E8EF-4C99-97F7-2F1EF01B78D7}"/>
                  </a:ext>
                </a:extLst>
              </p:cNvPr>
              <p:cNvSpPr/>
              <p:nvPr/>
            </p:nvSpPr>
            <p:spPr>
              <a:xfrm>
                <a:off x="8225612" y="3213905"/>
                <a:ext cx="86344" cy="89992"/>
              </a:xfrm>
              <a:custGeom>
                <a:avLst/>
                <a:gdLst>
                  <a:gd name="connsiteX0" fmla="*/ 0 w 86344"/>
                  <a:gd name="connsiteY0" fmla="*/ 89992 h 89992"/>
                  <a:gd name="connsiteX1" fmla="*/ 34585 w 86344"/>
                  <a:gd name="connsiteY1" fmla="*/ 0 h 89992"/>
                  <a:gd name="connsiteX2" fmla="*/ 51635 w 86344"/>
                  <a:gd name="connsiteY2" fmla="*/ 0 h 89992"/>
                  <a:gd name="connsiteX3" fmla="*/ 86344 w 86344"/>
                  <a:gd name="connsiteY3" fmla="*/ 89992 h 89992"/>
                  <a:gd name="connsiteX4" fmla="*/ 69171 w 86344"/>
                  <a:gd name="connsiteY4" fmla="*/ 89992 h 89992"/>
                  <a:gd name="connsiteX5" fmla="*/ 60722 w 86344"/>
                  <a:gd name="connsiteY5" fmla="*/ 66170 h 89992"/>
                  <a:gd name="connsiteX6" fmla="*/ 24746 w 86344"/>
                  <a:gd name="connsiteY6" fmla="*/ 66170 h 89992"/>
                  <a:gd name="connsiteX7" fmla="*/ 16297 w 86344"/>
                  <a:gd name="connsiteY7" fmla="*/ 89992 h 89992"/>
                  <a:gd name="connsiteX8" fmla="*/ 0 w 86344"/>
                  <a:gd name="connsiteY8" fmla="*/ 89992 h 89992"/>
                  <a:gd name="connsiteX9" fmla="*/ 42653 w 86344"/>
                  <a:gd name="connsiteY9" fmla="*/ 15507 h 89992"/>
                  <a:gd name="connsiteX10" fmla="*/ 29023 w 86344"/>
                  <a:gd name="connsiteY10" fmla="*/ 54197 h 89992"/>
                  <a:gd name="connsiteX11" fmla="*/ 56540 w 86344"/>
                  <a:gd name="connsiteY11" fmla="*/ 54197 h 89992"/>
                  <a:gd name="connsiteX12" fmla="*/ 43034 w 86344"/>
                  <a:gd name="connsiteY12" fmla="*/ 15507 h 89992"/>
                  <a:gd name="connsiteX13" fmla="*/ 42653 w 86344"/>
                  <a:gd name="connsiteY13" fmla="*/ 15507 h 89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6344" h="89992">
                    <a:moveTo>
                      <a:pt x="0" y="89992"/>
                    </a:moveTo>
                    <a:lnTo>
                      <a:pt x="34585" y="0"/>
                    </a:lnTo>
                    <a:lnTo>
                      <a:pt x="51635" y="0"/>
                    </a:lnTo>
                    <a:lnTo>
                      <a:pt x="86344" y="89992"/>
                    </a:lnTo>
                    <a:lnTo>
                      <a:pt x="69171" y="89992"/>
                    </a:lnTo>
                    <a:lnTo>
                      <a:pt x="60722" y="66170"/>
                    </a:lnTo>
                    <a:lnTo>
                      <a:pt x="24746" y="66170"/>
                    </a:lnTo>
                    <a:lnTo>
                      <a:pt x="16297" y="89992"/>
                    </a:lnTo>
                    <a:lnTo>
                      <a:pt x="0" y="89992"/>
                    </a:lnTo>
                    <a:close/>
                    <a:moveTo>
                      <a:pt x="42653" y="15507"/>
                    </a:moveTo>
                    <a:lnTo>
                      <a:pt x="29023" y="54197"/>
                    </a:lnTo>
                    <a:lnTo>
                      <a:pt x="56540" y="54197"/>
                    </a:lnTo>
                    <a:lnTo>
                      <a:pt x="43034" y="15507"/>
                    </a:lnTo>
                    <a:lnTo>
                      <a:pt x="42653" y="15507"/>
                    </a:lnTo>
                    <a:close/>
                  </a:path>
                </a:pathLst>
              </a:custGeom>
              <a:solidFill>
                <a:srgbClr val="9D9D9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67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9" name="Freihandform: Form 58">
                <a:extLst>
                  <a:ext uri="{FF2B5EF4-FFF2-40B4-BE49-F238E27FC236}">
                    <a16:creationId xmlns:a16="http://schemas.microsoft.com/office/drawing/2014/main" id="{9B8F197B-BEEF-47AC-8227-8F9CA2002CF6}"/>
                  </a:ext>
                </a:extLst>
              </p:cNvPr>
              <p:cNvSpPr/>
              <p:nvPr/>
            </p:nvSpPr>
            <p:spPr>
              <a:xfrm>
                <a:off x="8327939" y="3213905"/>
                <a:ext cx="76228" cy="89992"/>
              </a:xfrm>
              <a:custGeom>
                <a:avLst/>
                <a:gdLst>
                  <a:gd name="connsiteX0" fmla="*/ 0 w 76228"/>
                  <a:gd name="connsiteY0" fmla="*/ 89992 h 89992"/>
                  <a:gd name="connsiteX1" fmla="*/ 0 w 76228"/>
                  <a:gd name="connsiteY1" fmla="*/ 0 h 89992"/>
                  <a:gd name="connsiteX2" fmla="*/ 43034 w 76228"/>
                  <a:gd name="connsiteY2" fmla="*/ 0 h 89992"/>
                  <a:gd name="connsiteX3" fmla="*/ 65246 w 76228"/>
                  <a:gd name="connsiteY3" fmla="*/ 6363 h 89992"/>
                  <a:gd name="connsiteX4" fmla="*/ 72819 w 76228"/>
                  <a:gd name="connsiteY4" fmla="*/ 24327 h 89992"/>
                  <a:gd name="connsiteX5" fmla="*/ 57931 w 76228"/>
                  <a:gd name="connsiteY5" fmla="*/ 47015 h 89992"/>
                  <a:gd name="connsiteX6" fmla="*/ 57931 w 76228"/>
                  <a:gd name="connsiteY6" fmla="*/ 47263 h 89992"/>
                  <a:gd name="connsiteX7" fmla="*/ 67266 w 76228"/>
                  <a:gd name="connsiteY7" fmla="*/ 52368 h 89992"/>
                  <a:gd name="connsiteX8" fmla="*/ 71314 w 76228"/>
                  <a:gd name="connsiteY8" fmla="*/ 66294 h 89992"/>
                  <a:gd name="connsiteX9" fmla="*/ 76229 w 76228"/>
                  <a:gd name="connsiteY9" fmla="*/ 89992 h 89992"/>
                  <a:gd name="connsiteX10" fmla="*/ 59312 w 76228"/>
                  <a:gd name="connsiteY10" fmla="*/ 89992 h 89992"/>
                  <a:gd name="connsiteX11" fmla="*/ 56922 w 76228"/>
                  <a:gd name="connsiteY11" fmla="*/ 76762 h 89992"/>
                  <a:gd name="connsiteX12" fmla="*/ 53197 w 76228"/>
                  <a:gd name="connsiteY12" fmla="*/ 58360 h 89992"/>
                  <a:gd name="connsiteX13" fmla="*/ 39005 w 76228"/>
                  <a:gd name="connsiteY13" fmla="*/ 52940 h 89992"/>
                  <a:gd name="connsiteX14" fmla="*/ 15783 w 76228"/>
                  <a:gd name="connsiteY14" fmla="*/ 52940 h 89992"/>
                  <a:gd name="connsiteX15" fmla="*/ 15783 w 76228"/>
                  <a:gd name="connsiteY15" fmla="*/ 89992 h 89992"/>
                  <a:gd name="connsiteX16" fmla="*/ 0 w 76228"/>
                  <a:gd name="connsiteY16" fmla="*/ 89992 h 89992"/>
                  <a:gd name="connsiteX17" fmla="*/ 15783 w 76228"/>
                  <a:gd name="connsiteY17" fmla="*/ 12821 h 89992"/>
                  <a:gd name="connsiteX18" fmla="*/ 15783 w 76228"/>
                  <a:gd name="connsiteY18" fmla="*/ 40929 h 89992"/>
                  <a:gd name="connsiteX19" fmla="*/ 41653 w 76228"/>
                  <a:gd name="connsiteY19" fmla="*/ 40929 h 89992"/>
                  <a:gd name="connsiteX20" fmla="*/ 57045 w 76228"/>
                  <a:gd name="connsiteY20" fmla="*/ 26556 h 89992"/>
                  <a:gd name="connsiteX21" fmla="*/ 52816 w 76228"/>
                  <a:gd name="connsiteY21" fmla="*/ 15716 h 89992"/>
                  <a:gd name="connsiteX22" fmla="*/ 41396 w 76228"/>
                  <a:gd name="connsiteY22" fmla="*/ 12811 h 89992"/>
                  <a:gd name="connsiteX23" fmla="*/ 15783 w 76228"/>
                  <a:gd name="connsiteY23" fmla="*/ 12811 h 89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6228" h="89992">
                    <a:moveTo>
                      <a:pt x="0" y="89992"/>
                    </a:moveTo>
                    <a:lnTo>
                      <a:pt x="0" y="0"/>
                    </a:lnTo>
                    <a:lnTo>
                      <a:pt x="43034" y="0"/>
                    </a:lnTo>
                    <a:cubicBezTo>
                      <a:pt x="52788" y="0"/>
                      <a:pt x="60198" y="2124"/>
                      <a:pt x="65246" y="6363"/>
                    </a:cubicBezTo>
                    <a:cubicBezTo>
                      <a:pt x="70285" y="10601"/>
                      <a:pt x="72819" y="16593"/>
                      <a:pt x="72819" y="24327"/>
                    </a:cubicBezTo>
                    <a:cubicBezTo>
                      <a:pt x="72819" y="36004"/>
                      <a:pt x="67856" y="43567"/>
                      <a:pt x="57931" y="47015"/>
                    </a:cubicBezTo>
                    <a:lnTo>
                      <a:pt x="57931" y="47263"/>
                    </a:lnTo>
                    <a:cubicBezTo>
                      <a:pt x="61465" y="47768"/>
                      <a:pt x="64580" y="49463"/>
                      <a:pt x="67266" y="52368"/>
                    </a:cubicBezTo>
                    <a:cubicBezTo>
                      <a:pt x="69961" y="55264"/>
                      <a:pt x="71314" y="59912"/>
                      <a:pt x="71314" y="66294"/>
                    </a:cubicBezTo>
                    <a:cubicBezTo>
                      <a:pt x="71314" y="78562"/>
                      <a:pt x="72942" y="86458"/>
                      <a:pt x="76229" y="89992"/>
                    </a:cubicBezTo>
                    <a:lnTo>
                      <a:pt x="59312" y="89992"/>
                    </a:lnTo>
                    <a:cubicBezTo>
                      <a:pt x="57722" y="87382"/>
                      <a:pt x="56922" y="82972"/>
                      <a:pt x="56922" y="76762"/>
                    </a:cubicBezTo>
                    <a:cubicBezTo>
                      <a:pt x="56922" y="68104"/>
                      <a:pt x="55683" y="61970"/>
                      <a:pt x="53197" y="58360"/>
                    </a:cubicBezTo>
                    <a:cubicBezTo>
                      <a:pt x="50721" y="54750"/>
                      <a:pt x="45987" y="52940"/>
                      <a:pt x="39005" y="52940"/>
                    </a:cubicBezTo>
                    <a:lnTo>
                      <a:pt x="15783" y="52940"/>
                    </a:lnTo>
                    <a:lnTo>
                      <a:pt x="15783" y="89992"/>
                    </a:lnTo>
                    <a:lnTo>
                      <a:pt x="0" y="89992"/>
                    </a:lnTo>
                    <a:close/>
                    <a:moveTo>
                      <a:pt x="15783" y="12821"/>
                    </a:moveTo>
                    <a:lnTo>
                      <a:pt x="15783" y="40929"/>
                    </a:lnTo>
                    <a:lnTo>
                      <a:pt x="41653" y="40929"/>
                    </a:lnTo>
                    <a:cubicBezTo>
                      <a:pt x="51911" y="40929"/>
                      <a:pt x="57045" y="36138"/>
                      <a:pt x="57045" y="26556"/>
                    </a:cubicBezTo>
                    <a:cubicBezTo>
                      <a:pt x="57045" y="21260"/>
                      <a:pt x="55636" y="17650"/>
                      <a:pt x="52816" y="15716"/>
                    </a:cubicBezTo>
                    <a:cubicBezTo>
                      <a:pt x="49997" y="13783"/>
                      <a:pt x="46196" y="12811"/>
                      <a:pt x="41396" y="12811"/>
                    </a:cubicBezTo>
                    <a:lnTo>
                      <a:pt x="15783" y="12811"/>
                    </a:lnTo>
                    <a:close/>
                  </a:path>
                </a:pathLst>
              </a:custGeom>
              <a:solidFill>
                <a:srgbClr val="9D9D9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67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60" name="Freihandform: Form 59">
                <a:extLst>
                  <a:ext uri="{FF2B5EF4-FFF2-40B4-BE49-F238E27FC236}">
                    <a16:creationId xmlns:a16="http://schemas.microsoft.com/office/drawing/2014/main" id="{4CADCE42-11C7-4C84-84A6-7C49DAE8972B}"/>
                  </a:ext>
                </a:extLst>
              </p:cNvPr>
              <p:cNvSpPr/>
              <p:nvPr/>
            </p:nvSpPr>
            <p:spPr>
              <a:xfrm>
                <a:off x="8421275" y="3213905"/>
                <a:ext cx="73818" cy="89992"/>
              </a:xfrm>
              <a:custGeom>
                <a:avLst/>
                <a:gdLst>
                  <a:gd name="connsiteX0" fmla="*/ 4039 w 73818"/>
                  <a:gd name="connsiteY0" fmla="*/ 13611 h 89992"/>
                  <a:gd name="connsiteX1" fmla="*/ 4039 w 73818"/>
                  <a:gd name="connsiteY1" fmla="*/ 0 h 89992"/>
                  <a:gd name="connsiteX2" fmla="*/ 72561 w 73818"/>
                  <a:gd name="connsiteY2" fmla="*/ 0 h 89992"/>
                  <a:gd name="connsiteX3" fmla="*/ 72561 w 73818"/>
                  <a:gd name="connsiteY3" fmla="*/ 11973 h 89992"/>
                  <a:gd name="connsiteX4" fmla="*/ 20060 w 73818"/>
                  <a:gd name="connsiteY4" fmla="*/ 76381 h 89992"/>
                  <a:gd name="connsiteX5" fmla="*/ 73819 w 73818"/>
                  <a:gd name="connsiteY5" fmla="*/ 76381 h 89992"/>
                  <a:gd name="connsiteX6" fmla="*/ 73819 w 73818"/>
                  <a:gd name="connsiteY6" fmla="*/ 89992 h 89992"/>
                  <a:gd name="connsiteX7" fmla="*/ 0 w 73818"/>
                  <a:gd name="connsiteY7" fmla="*/ 89992 h 89992"/>
                  <a:gd name="connsiteX8" fmla="*/ 0 w 73818"/>
                  <a:gd name="connsiteY8" fmla="*/ 77133 h 89992"/>
                  <a:gd name="connsiteX9" fmla="*/ 52492 w 73818"/>
                  <a:gd name="connsiteY9" fmla="*/ 13611 h 89992"/>
                  <a:gd name="connsiteX10" fmla="*/ 4039 w 73818"/>
                  <a:gd name="connsiteY10" fmla="*/ 13611 h 89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3818" h="89992">
                    <a:moveTo>
                      <a:pt x="4039" y="13611"/>
                    </a:moveTo>
                    <a:lnTo>
                      <a:pt x="4039" y="0"/>
                    </a:lnTo>
                    <a:lnTo>
                      <a:pt x="72561" y="0"/>
                    </a:lnTo>
                    <a:lnTo>
                      <a:pt x="72561" y="11973"/>
                    </a:lnTo>
                    <a:lnTo>
                      <a:pt x="20060" y="76381"/>
                    </a:lnTo>
                    <a:lnTo>
                      <a:pt x="73819" y="76381"/>
                    </a:lnTo>
                    <a:lnTo>
                      <a:pt x="73819" y="89992"/>
                    </a:lnTo>
                    <a:lnTo>
                      <a:pt x="0" y="89992"/>
                    </a:lnTo>
                    <a:lnTo>
                      <a:pt x="0" y="77133"/>
                    </a:lnTo>
                    <a:lnTo>
                      <a:pt x="52492" y="13611"/>
                    </a:lnTo>
                    <a:lnTo>
                      <a:pt x="4039" y="13611"/>
                    </a:lnTo>
                    <a:close/>
                  </a:path>
                </a:pathLst>
              </a:custGeom>
              <a:solidFill>
                <a:srgbClr val="9D9D9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67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echtwinkliges Dreieck 1">
            <a:extLst>
              <a:ext uri="{FF2B5EF4-FFF2-40B4-BE49-F238E27FC236}">
                <a16:creationId xmlns:a16="http://schemas.microsoft.com/office/drawing/2014/main" id="{6C3DC633-BC45-438C-915A-D97DE528CCA6}"/>
              </a:ext>
            </a:extLst>
          </p:cNvPr>
          <p:cNvSpPr/>
          <p:nvPr/>
        </p:nvSpPr>
        <p:spPr bwMode="gray">
          <a:xfrm>
            <a:off x="6292540" y="-22342"/>
            <a:ext cx="1584341" cy="3429000"/>
          </a:xfrm>
          <a:prstGeom prst="rtTriangle">
            <a:avLst/>
          </a:prstGeom>
          <a:solidFill>
            <a:srgbClr val="6E1E6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echtwinkliges Dreieck 28">
            <a:extLst>
              <a:ext uri="{FF2B5EF4-FFF2-40B4-BE49-F238E27FC236}">
                <a16:creationId xmlns:a16="http://schemas.microsoft.com/office/drawing/2014/main" id="{87468967-0C4C-4FD8-A5ED-F7750D95976A}"/>
              </a:ext>
            </a:extLst>
          </p:cNvPr>
          <p:cNvSpPr/>
          <p:nvPr/>
        </p:nvSpPr>
        <p:spPr bwMode="gray">
          <a:xfrm flipV="1">
            <a:off x="6264727" y="3406658"/>
            <a:ext cx="1612447" cy="3432478"/>
          </a:xfrm>
          <a:prstGeom prst="rtTriangle">
            <a:avLst/>
          </a:prstGeom>
          <a:solidFill>
            <a:srgbClr val="6E1E6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9091E2C0-562B-488B-AD11-7E81EFD662F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solidFill>
            <a:schemeClr val="bg1"/>
          </a:solidFill>
        </p:spPr>
        <p:txBody>
          <a:bodyPr/>
          <a:lstStyle/>
          <a:p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F95D6586-9812-43A1-B46F-74DA7EC467D4}"/>
              </a:ext>
            </a:extLst>
          </p:cNvPr>
          <p:cNvSpPr txBox="1"/>
          <p:nvPr/>
        </p:nvSpPr>
        <p:spPr bwMode="gray">
          <a:xfrm>
            <a:off x="3863752" y="847708"/>
            <a:ext cx="4320480" cy="902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marR="0" lvl="0" indent="-2857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6E1E6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10033D0-5C4D-CB59-2BED-B721871C3D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2250" y="1506031"/>
            <a:ext cx="3475716" cy="1429825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7B24E2D7-266F-B86E-0E8C-3880E63DF1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14147" y="4418585"/>
            <a:ext cx="3925218" cy="646640"/>
          </a:xfrm>
          <a:prstGeom prst="rect">
            <a:avLst/>
          </a:prstGeom>
        </p:spPr>
      </p:pic>
      <p:sp>
        <p:nvSpPr>
          <p:cNvPr id="14" name="Multiplikationszeichen 13">
            <a:extLst>
              <a:ext uri="{FF2B5EF4-FFF2-40B4-BE49-F238E27FC236}">
                <a16:creationId xmlns:a16="http://schemas.microsoft.com/office/drawing/2014/main" id="{752CE726-10D8-8528-876A-026F56EDBF41}"/>
              </a:ext>
            </a:extLst>
          </p:cNvPr>
          <p:cNvSpPr/>
          <p:nvPr/>
        </p:nvSpPr>
        <p:spPr bwMode="gray">
          <a:xfrm>
            <a:off x="8850655" y="3003315"/>
            <a:ext cx="1285641" cy="1151467"/>
          </a:xfrm>
          <a:prstGeom prst="mathMultiply">
            <a:avLst/>
          </a:prstGeom>
          <a:solidFill>
            <a:srgbClr val="94449D"/>
          </a:solidFill>
          <a:ln w="9525">
            <a:solidFill>
              <a:srgbClr val="004E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Untertitel 3">
            <a:extLst>
              <a:ext uri="{FF2B5EF4-FFF2-40B4-BE49-F238E27FC236}">
                <a16:creationId xmlns:a16="http://schemas.microsoft.com/office/drawing/2014/main" id="{3F5ACD16-D81A-3950-8689-BFF3D90F15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51" y="3894586"/>
            <a:ext cx="4892962" cy="720080"/>
          </a:xfrm>
        </p:spPr>
        <p:txBody>
          <a:bodyPr/>
          <a:lstStyle/>
          <a:p>
            <a:r>
              <a:rPr lang="de-DE" dirty="0"/>
              <a:t>28.04. Showcase</a:t>
            </a:r>
          </a:p>
        </p:txBody>
      </p:sp>
    </p:spTree>
    <p:extLst>
      <p:ext uri="{BB962C8B-B14F-4D97-AF65-F5344CB8AC3E}">
        <p14:creationId xmlns:p14="http://schemas.microsoft.com/office/powerpoint/2010/main" val="614211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feld 8">
            <a:extLst>
              <a:ext uri="{FF2B5EF4-FFF2-40B4-BE49-F238E27FC236}">
                <a16:creationId xmlns:a16="http://schemas.microsoft.com/office/drawing/2014/main" id="{EE7FB80D-7D0B-1B45-7C96-209990083C61}"/>
              </a:ext>
            </a:extLst>
          </p:cNvPr>
          <p:cNvSpPr txBox="1"/>
          <p:nvPr/>
        </p:nvSpPr>
        <p:spPr bwMode="gray">
          <a:xfrm>
            <a:off x="0" y="2162732"/>
            <a:ext cx="12191999" cy="146755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  <a:buClr>
                <a:schemeClr val="accent1"/>
              </a:buClr>
            </a:pPr>
            <a:r>
              <a:rPr lang="en-US" sz="2400" dirty="0">
                <a:latin typeface="72 Condensed" panose="020B0506030000000003" pitchFamily="34" charset="0"/>
                <a:cs typeface="72 Condensed" panose="020B0506030000000003" pitchFamily="34" charset="0"/>
              </a:rPr>
              <a:t>“Kubernetes is like the Linux kernel – powerful, but you still need a distribution.”</a:t>
            </a:r>
          </a:p>
          <a:p>
            <a:pPr algn="ctr">
              <a:spcAft>
                <a:spcPts val="600"/>
              </a:spcAft>
              <a:buClr>
                <a:schemeClr val="accent1"/>
              </a:buClr>
            </a:pPr>
            <a:r>
              <a:rPr lang="en-US" sz="1600" dirty="0"/>
              <a:t>(Joe Beda – Kubernetes Co-Founder)</a:t>
            </a:r>
            <a:endParaRPr lang="de-DE" sz="1600" dirty="0" err="1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857B323F-2859-8762-A02D-88073AA3BD6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8830" y="319321"/>
            <a:ext cx="984538" cy="916745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549ABF8B-D357-C4B6-FD99-08A59246B84E}"/>
              </a:ext>
            </a:extLst>
          </p:cNvPr>
          <p:cNvSpPr txBox="1"/>
          <p:nvPr/>
        </p:nvSpPr>
        <p:spPr bwMode="gray">
          <a:xfrm>
            <a:off x="1" y="3429000"/>
            <a:ext cx="12191999" cy="146755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  <a:buClr>
                <a:schemeClr val="accent1"/>
              </a:buClr>
            </a:pPr>
            <a:r>
              <a:rPr lang="en-US" sz="2400" dirty="0">
                <a:latin typeface="72 Condensed" panose="020B0506030000000003" pitchFamily="34" charset="0"/>
                <a:cs typeface="72 Condensed" panose="020B0506030000000003" pitchFamily="34" charset="0"/>
              </a:rPr>
              <a:t>“Kubernetes is not a Platform by itself, but rather a better way to start to build a platform</a:t>
            </a:r>
          </a:p>
          <a:p>
            <a:pPr algn="ctr">
              <a:spcAft>
                <a:spcPts val="600"/>
              </a:spcAft>
              <a:buClr>
                <a:schemeClr val="accent1"/>
              </a:buClr>
            </a:pPr>
            <a:r>
              <a:rPr lang="en-US" sz="1600" dirty="0"/>
              <a:t>(Kelsey Hightower – DEV Advocate )</a:t>
            </a:r>
            <a:endParaRPr lang="de-DE" sz="1600" dirty="0" err="1"/>
          </a:p>
        </p:txBody>
      </p:sp>
    </p:spTree>
    <p:extLst>
      <p:ext uri="{BB962C8B-B14F-4D97-AF65-F5344CB8AC3E}">
        <p14:creationId xmlns:p14="http://schemas.microsoft.com/office/powerpoint/2010/main" val="4007435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BC2656A-7019-394E-2F5B-20F8B532BD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FD18E21-EEFD-320B-BFB1-23D21379B20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8CFDFCC3-8B40-4EE5-B231-005F2F1C6A68}" type="slidenum">
              <a:rPr lang="de-DE" smtClean="0"/>
              <a:pPr algn="r"/>
              <a:t>3</a:t>
            </a:fld>
            <a:endParaRPr lang="de-DE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DA253964-E4B1-DC48-3167-FEBDD63A0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1635" y="1033301"/>
            <a:ext cx="3667465" cy="452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9345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el 14">
            <a:extLst>
              <a:ext uri="{FF2B5EF4-FFF2-40B4-BE49-F238E27FC236}">
                <a16:creationId xmlns:a16="http://schemas.microsoft.com/office/drawing/2014/main" id="{A1A838E3-471D-FF5F-A7E0-09D026403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332656"/>
            <a:ext cx="11376000" cy="455976"/>
          </a:xfrm>
        </p:spPr>
        <p:txBody>
          <a:bodyPr anchor="t">
            <a:normAutofit fontScale="90000"/>
          </a:bodyPr>
          <a:lstStyle/>
          <a:p>
            <a:r>
              <a:rPr lang="de-DE" dirty="0"/>
              <a:t>Container-Plattform</a:t>
            </a:r>
            <a:br>
              <a:rPr lang="de-DE" dirty="0"/>
            </a:br>
            <a:endParaRPr lang="de-DE" dirty="0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6EF53405-81C8-06AB-9ABD-31E415BDE9E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8632" y="815122"/>
            <a:ext cx="11376000" cy="360008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de-DE" dirty="0"/>
              <a:t>Herausforderungen</a:t>
            </a:r>
          </a:p>
        </p:txBody>
      </p:sp>
      <p:sp>
        <p:nvSpPr>
          <p:cNvPr id="1039" name="Slide Number Placeholder 9">
            <a:extLst>
              <a:ext uri="{FF2B5EF4-FFF2-40B4-BE49-F238E27FC236}">
                <a16:creationId xmlns:a16="http://schemas.microsoft.com/office/drawing/2014/main" id="{36D8910D-1060-6CEF-E951-08E0BC0234C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24013" y="6381328"/>
            <a:ext cx="360000" cy="216000"/>
          </a:xfrm>
        </p:spPr>
        <p:txBody>
          <a:bodyPr/>
          <a:lstStyle/>
          <a:p>
            <a:pPr algn="r">
              <a:spcAft>
                <a:spcPts val="600"/>
              </a:spcAft>
            </a:pPr>
            <a:fld id="{8CFDFCC3-8B40-4EE5-B231-005F2F1C6A68}" type="slidenum">
              <a:rPr lang="de-DE" smtClean="0"/>
              <a:pPr algn="r">
                <a:spcAft>
                  <a:spcPts val="600"/>
                </a:spcAft>
              </a:pPr>
              <a:t>4</a:t>
            </a:fld>
            <a:endParaRPr lang="de-DE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73036699-3A13-C10A-F4BF-D910C0576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236" y="0"/>
            <a:ext cx="4366727" cy="6858000"/>
          </a:xfrm>
          <a:prstGeom prst="rect">
            <a:avLst/>
          </a:prstGeom>
        </p:spPr>
      </p:pic>
      <p:sp>
        <p:nvSpPr>
          <p:cNvPr id="20" name="Inhaltsplatzhalter 15">
            <a:extLst>
              <a:ext uri="{FF2B5EF4-FFF2-40B4-BE49-F238E27FC236}">
                <a16:creationId xmlns:a16="http://schemas.microsoft.com/office/drawing/2014/main" id="{F307C3F7-209A-B91B-99DF-F6EDF68A5C3E}"/>
              </a:ext>
            </a:extLst>
          </p:cNvPr>
          <p:cNvSpPr txBox="1">
            <a:spLocks/>
          </p:cNvSpPr>
          <p:nvPr/>
        </p:nvSpPr>
        <p:spPr>
          <a:xfrm>
            <a:off x="407357" y="1737221"/>
            <a:ext cx="5688011" cy="44640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  <a:defRPr sz="16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7800" indent="-1778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55600" indent="-1778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3400" indent="-1778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23900" indent="-1905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23900" indent="-1905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23900" indent="-1905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23900" indent="-1905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de-DE" sz="2000" b="0" dirty="0">
                <a:solidFill>
                  <a:schemeClr val="tx1"/>
                </a:solidFill>
              </a:rPr>
              <a:t>Komplexität &amp; Architektur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2000" b="0" dirty="0">
                <a:solidFill>
                  <a:schemeClr val="tx1"/>
                </a:solidFill>
              </a:rPr>
              <a:t>Security &amp; </a:t>
            </a:r>
            <a:r>
              <a:rPr lang="de-DE" sz="2000" b="0" dirty="0" err="1">
                <a:solidFill>
                  <a:schemeClr val="tx1"/>
                </a:solidFill>
              </a:rPr>
              <a:t>Governance</a:t>
            </a:r>
            <a:endParaRPr lang="de-DE" sz="2000" b="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sz="2000" b="0" dirty="0">
                <a:solidFill>
                  <a:schemeClr val="tx1"/>
                </a:solidFill>
              </a:rPr>
              <a:t>Developer Experience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2000" b="0" dirty="0">
                <a:solidFill>
                  <a:schemeClr val="tx1"/>
                </a:solidFill>
              </a:rPr>
              <a:t>Betrieb &amp; </a:t>
            </a:r>
            <a:r>
              <a:rPr lang="de-DE" sz="2000" b="0" dirty="0" err="1">
                <a:solidFill>
                  <a:schemeClr val="tx1"/>
                </a:solidFill>
              </a:rPr>
              <a:t>Observability</a:t>
            </a:r>
            <a:endParaRPr lang="de-DE" sz="2000" b="0" dirty="0">
              <a:solidFill>
                <a:schemeClr val="tx1"/>
              </a:solidFill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8A9F127-2499-D14C-B0B6-B49AA4AAE7A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8830" y="319321"/>
            <a:ext cx="984538" cy="91674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6D2C3A8-E844-D10F-8921-835DEAC4D3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99" y="260672"/>
            <a:ext cx="12107537" cy="5986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83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9656A75-4AFF-6201-5D8B-6638858CEC0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81293" y="6381328"/>
            <a:ext cx="766235" cy="216024"/>
          </a:xfrm>
          <a:prstGeom prst="rect">
            <a:avLst/>
          </a:prstGeom>
        </p:spPr>
        <p:txBody>
          <a:bodyPr vert="horz" wrap="none" lIns="0" tIns="36000" rIns="0" bIns="0" rtlCol="0" anchor="t">
            <a:noAutofit/>
          </a:bodyPr>
          <a:lstStyle>
            <a:defPPr>
              <a:defRPr lang="de-DE"/>
            </a:defPPr>
            <a:lvl1pPr marL="0" algn="l" defTabSz="914377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|  07.04.2025  |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E97C6D3-0185-732A-D5FD-8A0D82F9C8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1943753" y="6381328"/>
            <a:ext cx="9408831" cy="214552"/>
          </a:xfrm>
          <a:prstGeom prst="rect">
            <a:avLst/>
          </a:prstGeom>
        </p:spPr>
        <p:txBody>
          <a:bodyPr vert="horz" lIns="0" tIns="36000" rIns="0" bIns="0" rtlCol="0" anchor="t"/>
          <a:lstStyle>
            <a:defPPr>
              <a:defRPr lang="de-DE"/>
            </a:defPPr>
            <a:lvl1pPr marL="0" algn="l" defTabSz="914377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Status: ALF meets SPW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42A54D8-F727-97F1-14FA-28C67C6484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90C12F1D-CB6A-6F85-1E15-25ADCF993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Edge-Cloud </a:t>
            </a:r>
            <a:r>
              <a:rPr lang="de-DE" dirty="0" err="1"/>
              <a:t>Blueprint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9D25668-4CBA-7946-CF54-CE6CD00B2A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3B3F77B-8DA0-09A7-0E61-C7178AAC86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424013" y="6381328"/>
            <a:ext cx="360000" cy="216000"/>
          </a:xfrm>
          <a:prstGeom prst="rect">
            <a:avLst/>
          </a:prstGeom>
        </p:spPr>
        <p:txBody>
          <a:bodyPr vert="horz" lIns="0" tIns="36000" rIns="0" bIns="0" rtlCol="0" anchor="t"/>
          <a:lstStyle>
            <a:defPPr>
              <a:defRPr lang="de-DE"/>
            </a:defPPr>
            <a:lvl1pPr marL="0" algn="r" defTabSz="914377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FDFCC3-8B40-4EE5-B231-005F2F1C6A68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8623E74-364F-BFBE-9DA0-4DFA9F02FE76}"/>
              </a:ext>
            </a:extLst>
          </p:cNvPr>
          <p:cNvSpPr txBox="1"/>
          <p:nvPr/>
        </p:nvSpPr>
        <p:spPr bwMode="gray">
          <a:xfrm>
            <a:off x="428812" y="1756376"/>
            <a:ext cx="5548690" cy="39902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de-DE" sz="1400" dirty="0"/>
              <a:t>Überführung der Industrial-Edge Referenzarchitektur in einen </a:t>
            </a:r>
            <a:r>
              <a:rPr lang="de-DE" sz="1400" dirty="0" err="1"/>
              <a:t>Blueprint</a:t>
            </a:r>
            <a:r>
              <a:rPr lang="de-DE" sz="1400" dirty="0"/>
              <a:t> der sowohl von </a:t>
            </a:r>
            <a:r>
              <a:rPr lang="de-DE" sz="1400" b="1" dirty="0"/>
              <a:t>Schwarz</a:t>
            </a:r>
            <a:r>
              <a:rPr lang="de-DE" sz="1400" dirty="0"/>
              <a:t> als auch </a:t>
            </a:r>
            <a:r>
              <a:rPr lang="de-DE" sz="1400" b="1" dirty="0"/>
              <a:t>Extern </a:t>
            </a:r>
            <a:r>
              <a:rPr lang="de-DE" sz="1400" dirty="0"/>
              <a:t>verwendbar ist.</a:t>
            </a:r>
          </a:p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de-DE" sz="1400" dirty="0">
                <a:effectLst/>
              </a:rPr>
              <a:t>Mithilfe von Strukturen, Templates, Design Pattern und Anleitungen, kann eine </a:t>
            </a:r>
            <a:r>
              <a:rPr lang="de-DE" sz="1400" dirty="0" err="1">
                <a:effectLst/>
              </a:rPr>
              <a:t>Kubernetes</a:t>
            </a:r>
            <a:r>
              <a:rPr lang="de-DE" sz="1400" dirty="0">
                <a:effectLst/>
              </a:rPr>
              <a:t> </a:t>
            </a:r>
            <a:r>
              <a:rPr lang="de-DE" sz="1400" dirty="0" err="1">
                <a:effectLst/>
              </a:rPr>
              <a:t>Platform</a:t>
            </a:r>
            <a:r>
              <a:rPr lang="de-DE" sz="1400" dirty="0">
                <a:effectLst/>
              </a:rPr>
              <a:t> aufgebaut und zu betrieben werden. </a:t>
            </a:r>
          </a:p>
          <a:p>
            <a:pPr>
              <a:spcAft>
                <a:spcPts val="600"/>
              </a:spcAft>
              <a:buClr>
                <a:schemeClr val="accent1"/>
              </a:buClr>
            </a:pPr>
            <a:endParaRPr lang="de-DE" sz="1400" b="1" dirty="0"/>
          </a:p>
          <a:p>
            <a:r>
              <a:rPr lang="de-DE" sz="1400" dirty="0">
                <a:effectLst/>
              </a:rPr>
              <a:t>Zielgruppe:</a:t>
            </a:r>
          </a:p>
          <a:p>
            <a:endParaRPr lang="de-DE" sz="140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/>
              <a:t>Plattform-Teams</a:t>
            </a:r>
            <a:r>
              <a:rPr lang="de-DE" sz="1400" dirty="0"/>
              <a:t>, die eine stabile, automatisierte und zukunftssichere </a:t>
            </a:r>
            <a:r>
              <a:rPr lang="de-DE" sz="1400" dirty="0" err="1"/>
              <a:t>DevOps</a:t>
            </a:r>
            <a:r>
              <a:rPr lang="de-DE" sz="1400" dirty="0"/>
              <a:t>-Umgebung schaffen wollen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/>
              <a:t>Entwickler</a:t>
            </a:r>
            <a:r>
              <a:rPr lang="de-DE" sz="1400" dirty="0"/>
              <a:t>, die sich auf Features konzentrieren möchten – nicht auf Infrastruktur</a:t>
            </a:r>
          </a:p>
          <a:p>
            <a:pPr>
              <a:spcAft>
                <a:spcPts val="600"/>
              </a:spcAft>
              <a:buClr>
                <a:schemeClr val="accent1"/>
              </a:buClr>
            </a:pPr>
            <a:endParaRPr lang="de-DE" sz="1400" b="1" dirty="0"/>
          </a:p>
          <a:p>
            <a:pPr algn="l">
              <a:spcAft>
                <a:spcPts val="600"/>
              </a:spcAft>
              <a:buClr>
                <a:schemeClr val="accent1"/>
              </a:buClr>
            </a:pPr>
            <a:endParaRPr lang="de-DE" sz="1400" dirty="0"/>
          </a:p>
        </p:txBody>
      </p:sp>
      <p:cxnSp>
        <p:nvCxnSpPr>
          <p:cNvPr id="14" name="Straight Connector 146">
            <a:extLst>
              <a:ext uri="{FF2B5EF4-FFF2-40B4-BE49-F238E27FC236}">
                <a16:creationId xmlns:a16="http://schemas.microsoft.com/office/drawing/2014/main" id="{19BD4D86-D9A5-5BE4-EC01-CC8515BBAE77}"/>
              </a:ext>
            </a:extLst>
          </p:cNvPr>
          <p:cNvCxnSpPr>
            <a:cxnSpLocks/>
          </p:cNvCxnSpPr>
          <p:nvPr/>
        </p:nvCxnSpPr>
        <p:spPr bwMode="gray">
          <a:xfrm>
            <a:off x="6148182" y="2122170"/>
            <a:ext cx="0" cy="2884078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8">
            <a:extLst>
              <a:ext uri="{FF2B5EF4-FFF2-40B4-BE49-F238E27FC236}">
                <a16:creationId xmlns:a16="http://schemas.microsoft.com/office/drawing/2014/main" id="{62555BA8-3CDD-E444-EC3A-909EEFDC182E}"/>
              </a:ext>
            </a:extLst>
          </p:cNvPr>
          <p:cNvSpPr/>
          <p:nvPr/>
        </p:nvSpPr>
        <p:spPr bwMode="gray">
          <a:xfrm rot="5400000">
            <a:off x="5585803" y="3463673"/>
            <a:ext cx="1144100" cy="246915"/>
          </a:xfrm>
          <a:prstGeom prst="triangle">
            <a:avLst/>
          </a:prstGeom>
          <a:solidFill>
            <a:schemeClr val="tx2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endParaRPr lang="de-DE" sz="1400" err="1">
              <a:solidFill>
                <a:schemeClr val="bg1"/>
              </a:solidFill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0146FB7-6529-D9C6-02BD-4425E8AA41C2}"/>
              </a:ext>
            </a:extLst>
          </p:cNvPr>
          <p:cNvSpPr txBox="1"/>
          <p:nvPr/>
        </p:nvSpPr>
        <p:spPr bwMode="gray">
          <a:xfrm>
            <a:off x="6425611" y="1760636"/>
            <a:ext cx="5444324" cy="34642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>
                <a:effectLst/>
              </a:rPr>
              <a:t>Reduzierte Komplexität</a:t>
            </a:r>
            <a:br>
              <a:rPr lang="de-DE" sz="1400" b="1" dirty="0"/>
            </a:br>
            <a:r>
              <a:rPr lang="de-DE" sz="1400" dirty="0">
                <a:effectLst/>
              </a:rPr>
              <a:t>klare Trennung von Plattformbetrieb und Applikationsentwicklung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000" b="1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>
                <a:effectLst/>
              </a:rPr>
              <a:t>Flexibilität</a:t>
            </a:r>
            <a:br>
              <a:rPr lang="de-DE" sz="1400" b="1" dirty="0">
                <a:effectLst/>
              </a:rPr>
            </a:br>
            <a:r>
              <a:rPr lang="de-DE" sz="1400" dirty="0">
                <a:effectLst/>
              </a:rPr>
              <a:t>Alle Komponenten sind </a:t>
            </a:r>
            <a:r>
              <a:rPr lang="de-DE" sz="1400" dirty="0" err="1">
                <a:effectLst/>
              </a:rPr>
              <a:t>erweiter</a:t>
            </a:r>
            <a:r>
              <a:rPr lang="de-DE" sz="1400" dirty="0">
                <a:effectLst/>
              </a:rPr>
              <a:t>-, konfigurier- und/oder austauschbar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000" dirty="0">
              <a:effectLst/>
            </a:endParaRPr>
          </a:p>
          <a:p>
            <a:endParaRPr lang="de-DE" sz="50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>
                <a:effectLst/>
              </a:rPr>
              <a:t>Self-Service:</a:t>
            </a:r>
            <a:r>
              <a:rPr lang="de-DE" sz="1400" dirty="0">
                <a:effectLst/>
              </a:rPr>
              <a:t> Die Architektur ermöglicht es schnell und einfach eigene Container-Applikationen zu deployen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000" b="1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 err="1">
                <a:effectLst/>
              </a:rPr>
              <a:t>Tooling</a:t>
            </a:r>
            <a:r>
              <a:rPr lang="de-DE" sz="1400" b="1" dirty="0">
                <a:effectLst/>
              </a:rPr>
              <a:t> out-</a:t>
            </a:r>
            <a:r>
              <a:rPr lang="de-DE" sz="1400" b="1" dirty="0" err="1">
                <a:effectLst/>
              </a:rPr>
              <a:t>of</a:t>
            </a:r>
            <a:r>
              <a:rPr lang="de-DE" sz="1400" b="1" dirty="0">
                <a:effectLst/>
              </a:rPr>
              <a:t>-</a:t>
            </a:r>
            <a:r>
              <a:rPr lang="de-DE" sz="1400" b="1" dirty="0" err="1">
                <a:effectLst/>
              </a:rPr>
              <a:t>the</a:t>
            </a:r>
            <a:r>
              <a:rPr lang="de-DE" sz="1400" b="1" dirty="0">
                <a:effectLst/>
              </a:rPr>
              <a:t>-box</a:t>
            </a:r>
            <a:r>
              <a:rPr lang="de-DE" sz="1400" b="1" dirty="0"/>
              <a:t>: </a:t>
            </a:r>
            <a:r>
              <a:rPr lang="de-DE" sz="1400" dirty="0">
                <a:effectLst/>
              </a:rPr>
              <a:t>alle relevanten Komponenten, die für ein sicheres, produktives Plattform-Ökosystem benötigt werden, sind bereits integriert und vorkonfiguriert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>
                <a:effectLst/>
              </a:rPr>
              <a:t>Multi-Cluster-Fähigkeit</a:t>
            </a:r>
            <a:r>
              <a:rPr lang="de-DE" sz="1400" b="1" dirty="0"/>
              <a:t>:</a:t>
            </a:r>
            <a:r>
              <a:rPr lang="de-DE" sz="1400" dirty="0">
                <a:effectLst/>
              </a:rPr>
              <a:t> Skalierung und Verwaltung über mehrere </a:t>
            </a:r>
            <a:r>
              <a:rPr lang="de-DE" sz="1400" dirty="0" err="1">
                <a:effectLst/>
              </a:rPr>
              <a:t>Kubernetes</a:t>
            </a:r>
            <a:r>
              <a:rPr lang="de-DE" sz="1400" dirty="0">
                <a:effectLst/>
              </a:rPr>
              <a:t>-Cluster hinweg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 err="1">
                <a:effectLst/>
              </a:rPr>
              <a:t>GitOps</a:t>
            </a:r>
            <a:r>
              <a:rPr lang="de-DE" sz="1400" b="1" dirty="0">
                <a:effectLst/>
              </a:rPr>
              <a:t> </a:t>
            </a:r>
            <a:r>
              <a:rPr lang="de-DE" sz="1400" b="1" dirty="0" err="1">
                <a:effectLst/>
              </a:rPr>
              <a:t>by</a:t>
            </a:r>
            <a:r>
              <a:rPr lang="de-DE" sz="1400" b="1" dirty="0">
                <a:effectLst/>
              </a:rPr>
              <a:t> </a:t>
            </a:r>
            <a:r>
              <a:rPr lang="de-DE" sz="1400" b="1" dirty="0" err="1">
                <a:effectLst/>
              </a:rPr>
              <a:t>default</a:t>
            </a:r>
            <a:r>
              <a:rPr lang="de-DE" sz="1400" b="1" dirty="0"/>
              <a:t>:</a:t>
            </a:r>
            <a:r>
              <a:rPr lang="de-DE" sz="1400" dirty="0">
                <a:effectLst/>
              </a:rPr>
              <a:t> Applikationen werden konsistent, versionssicher und automatisiert gemanagt</a:t>
            </a:r>
          </a:p>
          <a:p>
            <a:pPr marL="628650" lvl="1" indent="-171450" defTabSz="914377">
              <a:buFont typeface="Arial" panose="020B0604020202020204" pitchFamily="34" charset="0"/>
              <a:buChar char="•"/>
              <a:defRPr/>
            </a:pPr>
            <a:endParaRPr lang="de-DE" sz="1400" dirty="0">
              <a:latin typeface="Arial" panose="020B0604020202020204"/>
            </a:endParaRPr>
          </a:p>
          <a:p>
            <a:pPr marL="628650" lvl="1" indent="-171450" defTabSz="914377">
              <a:buFont typeface="Arial" panose="020B0604020202020204" pitchFamily="34" charset="0"/>
              <a:buChar char="•"/>
              <a:defRPr/>
            </a:pPr>
            <a:endParaRPr lang="de-DE" sz="1400" dirty="0">
              <a:latin typeface="Arial" panose="020B0604020202020204"/>
            </a:endParaRPr>
          </a:p>
          <a:p>
            <a:pPr marL="457200" lvl="1" defTabSz="914377">
              <a:defRPr/>
            </a:pPr>
            <a:endParaRPr lang="de-DE" sz="1400" dirty="0">
              <a:latin typeface="Arial" panose="020B0604020202020204"/>
            </a:endParaRPr>
          </a:p>
          <a:p>
            <a:pPr marL="628650" lvl="1" indent="-171450" defTabSz="914377">
              <a:buFont typeface="Arial" panose="020B0604020202020204" pitchFamily="34" charset="0"/>
              <a:buChar char="•"/>
              <a:defRPr/>
            </a:pPr>
            <a:endParaRPr lang="de-DE" sz="1400" dirty="0">
              <a:latin typeface="Arial" panose="020B0604020202020204"/>
            </a:endParaRPr>
          </a:p>
          <a:p>
            <a:pPr marL="457200" lvl="1" defTabSz="914377">
              <a:defRPr/>
            </a:pPr>
            <a:endParaRPr lang="de-DE" sz="1400" dirty="0">
              <a:latin typeface="Arial" panose="020B0604020202020204"/>
            </a:endParaRPr>
          </a:p>
          <a:p>
            <a:pPr marL="457200" lvl="1" defTabSz="914377">
              <a:defRPr/>
            </a:pPr>
            <a:endParaRPr lang="de-DE" sz="1400" dirty="0">
              <a:latin typeface="Arial" panose="020B0604020202020204"/>
            </a:endParaRPr>
          </a:p>
          <a:p>
            <a:pPr marL="457200" lvl="1" defTabSz="914377">
              <a:defRPr/>
            </a:pPr>
            <a:endParaRPr lang="de-DE" sz="1400" dirty="0">
              <a:latin typeface="Arial" panose="020B0604020202020204"/>
            </a:endParaRPr>
          </a:p>
          <a:p>
            <a:pPr marL="457200" lvl="1" defTabSz="914377">
              <a:defRPr/>
            </a:pPr>
            <a:br>
              <a:rPr lang="de-DE" sz="1400" dirty="0">
                <a:latin typeface="Arial" panose="020B0604020202020204"/>
              </a:rPr>
            </a:br>
            <a:endParaRPr lang="de-DE" sz="1400" dirty="0">
              <a:latin typeface="Arial" panose="020B0604020202020204"/>
            </a:endParaRPr>
          </a:p>
          <a:p>
            <a:pPr marL="457200" lvl="1" defTabSz="914377">
              <a:defRPr/>
            </a:pPr>
            <a:endParaRPr lang="de-DE" sz="1400" dirty="0">
              <a:latin typeface="Arial" panose="020B0604020202020204"/>
            </a:endParaRPr>
          </a:p>
        </p:txBody>
      </p:sp>
      <p:sp>
        <p:nvSpPr>
          <p:cNvPr id="4" name="TextBox 79">
            <a:extLst>
              <a:ext uri="{FF2B5EF4-FFF2-40B4-BE49-F238E27FC236}">
                <a16:creationId xmlns:a16="http://schemas.microsoft.com/office/drawing/2014/main" id="{8FC6D1B6-1AEF-A3C6-5171-20A3A09B6FE4}"/>
              </a:ext>
            </a:extLst>
          </p:cNvPr>
          <p:cNvSpPr txBox="1"/>
          <p:nvPr/>
        </p:nvSpPr>
        <p:spPr bwMode="gray">
          <a:xfrm>
            <a:off x="398464" y="1287239"/>
            <a:ext cx="4998402" cy="23456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1400" b="1" dirty="0">
                <a:solidFill>
                  <a:schemeClr val="tx2"/>
                </a:solidFill>
              </a:rPr>
              <a:t>Ziel</a:t>
            </a:r>
          </a:p>
        </p:txBody>
      </p:sp>
      <p:cxnSp>
        <p:nvCxnSpPr>
          <p:cNvPr id="9" name="Straight Connector 80">
            <a:extLst>
              <a:ext uri="{FF2B5EF4-FFF2-40B4-BE49-F238E27FC236}">
                <a16:creationId xmlns:a16="http://schemas.microsoft.com/office/drawing/2014/main" id="{551DE2E6-4047-C6E6-0E5A-55F7305D36F5}"/>
              </a:ext>
            </a:extLst>
          </p:cNvPr>
          <p:cNvCxnSpPr>
            <a:cxnSpLocks/>
          </p:cNvCxnSpPr>
          <p:nvPr/>
        </p:nvCxnSpPr>
        <p:spPr bwMode="gray">
          <a:xfrm>
            <a:off x="398464" y="1521808"/>
            <a:ext cx="5468459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79">
            <a:extLst>
              <a:ext uri="{FF2B5EF4-FFF2-40B4-BE49-F238E27FC236}">
                <a16:creationId xmlns:a16="http://schemas.microsoft.com/office/drawing/2014/main" id="{76DB4D6C-0623-289C-F1D2-B863CE762FF6}"/>
              </a:ext>
            </a:extLst>
          </p:cNvPr>
          <p:cNvSpPr txBox="1"/>
          <p:nvPr/>
        </p:nvSpPr>
        <p:spPr bwMode="gray">
          <a:xfrm>
            <a:off x="6425611" y="1287239"/>
            <a:ext cx="4998402" cy="23456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1400" b="1">
                <a:solidFill>
                  <a:schemeClr val="tx2"/>
                </a:solidFill>
              </a:rPr>
              <a:t>Vision</a:t>
            </a:r>
          </a:p>
        </p:txBody>
      </p:sp>
      <p:cxnSp>
        <p:nvCxnSpPr>
          <p:cNvPr id="11" name="Straight Connector 80">
            <a:extLst>
              <a:ext uri="{FF2B5EF4-FFF2-40B4-BE49-F238E27FC236}">
                <a16:creationId xmlns:a16="http://schemas.microsoft.com/office/drawing/2014/main" id="{058996FE-3F0A-B1C0-144E-F0A0A064525F}"/>
              </a:ext>
            </a:extLst>
          </p:cNvPr>
          <p:cNvCxnSpPr>
            <a:cxnSpLocks/>
          </p:cNvCxnSpPr>
          <p:nvPr/>
        </p:nvCxnSpPr>
        <p:spPr bwMode="gray">
          <a:xfrm>
            <a:off x="6425611" y="1521808"/>
            <a:ext cx="5468459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fik 19">
            <a:extLst>
              <a:ext uri="{FF2B5EF4-FFF2-40B4-BE49-F238E27FC236}">
                <a16:creationId xmlns:a16="http://schemas.microsoft.com/office/drawing/2014/main" id="{FD3BF283-FDA8-05BA-63E2-99E005EC49E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8830" y="319321"/>
            <a:ext cx="984538" cy="91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337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DD53DAD2-6CB8-46FD-B026-EC38B8809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Reifegrad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A66909F-F200-4765-8F32-465D2DBA4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C1E0B-BD27-42F8-BC6B-2F0636970842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28" name="Pfeil: Chevron 27">
            <a:extLst>
              <a:ext uri="{FF2B5EF4-FFF2-40B4-BE49-F238E27FC236}">
                <a16:creationId xmlns:a16="http://schemas.microsoft.com/office/drawing/2014/main" id="{1C183E68-6A05-4457-898A-D55E1286E810}"/>
              </a:ext>
            </a:extLst>
          </p:cNvPr>
          <p:cNvSpPr/>
          <p:nvPr/>
        </p:nvSpPr>
        <p:spPr bwMode="gray">
          <a:xfrm>
            <a:off x="7218485" y="1244767"/>
            <a:ext cx="3816972" cy="4862385"/>
          </a:xfrm>
          <a:prstGeom prst="chevron">
            <a:avLst>
              <a:gd name="adj" fmla="val 6728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9" name="Pfeil: Fünfeck 28">
            <a:extLst>
              <a:ext uri="{FF2B5EF4-FFF2-40B4-BE49-F238E27FC236}">
                <a16:creationId xmlns:a16="http://schemas.microsoft.com/office/drawing/2014/main" id="{52D2F856-A8B7-4BE3-B75D-7A81FE2204C3}"/>
              </a:ext>
            </a:extLst>
          </p:cNvPr>
          <p:cNvSpPr/>
          <p:nvPr/>
        </p:nvSpPr>
        <p:spPr bwMode="gray">
          <a:xfrm>
            <a:off x="626860" y="1245954"/>
            <a:ext cx="3136555" cy="4862385"/>
          </a:xfrm>
          <a:prstGeom prst="homePlate">
            <a:avLst>
              <a:gd name="adj" fmla="val 7765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30" name="Pfeil: Chevron 29">
            <a:extLst>
              <a:ext uri="{FF2B5EF4-FFF2-40B4-BE49-F238E27FC236}">
                <a16:creationId xmlns:a16="http://schemas.microsoft.com/office/drawing/2014/main" id="{F4738DC5-A95D-4909-92E5-9D30A626BE0C}"/>
              </a:ext>
            </a:extLst>
          </p:cNvPr>
          <p:cNvSpPr/>
          <p:nvPr/>
        </p:nvSpPr>
        <p:spPr bwMode="gray">
          <a:xfrm>
            <a:off x="3564717" y="1244768"/>
            <a:ext cx="3816972" cy="4862385"/>
          </a:xfrm>
          <a:prstGeom prst="chevron">
            <a:avLst>
              <a:gd name="adj" fmla="val 6728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B14D4EE6-8AED-4337-BD4C-357CADF81143}"/>
              </a:ext>
            </a:extLst>
          </p:cNvPr>
          <p:cNvCxnSpPr/>
          <p:nvPr/>
        </p:nvCxnSpPr>
        <p:spPr bwMode="gray">
          <a:xfrm>
            <a:off x="10774552" y="1244767"/>
            <a:ext cx="0" cy="4862385"/>
          </a:xfrm>
          <a:prstGeom prst="lin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" name="Rechteck 32">
            <a:extLst>
              <a:ext uri="{FF2B5EF4-FFF2-40B4-BE49-F238E27FC236}">
                <a16:creationId xmlns:a16="http://schemas.microsoft.com/office/drawing/2014/main" id="{EB9D3593-7006-42B6-813E-DD2EC41AFC4B}"/>
              </a:ext>
            </a:extLst>
          </p:cNvPr>
          <p:cNvSpPr/>
          <p:nvPr/>
        </p:nvSpPr>
        <p:spPr bwMode="gray">
          <a:xfrm>
            <a:off x="3557061" y="6210823"/>
            <a:ext cx="3570163" cy="4265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/>
              <a:t>Adaption durch Teams</a:t>
            </a:r>
          </a:p>
        </p:txBody>
      </p: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0745FEB9-5ADA-489F-9C38-6621D785E24F}"/>
              </a:ext>
            </a:extLst>
          </p:cNvPr>
          <p:cNvCxnSpPr>
            <a:cxnSpLocks/>
          </p:cNvCxnSpPr>
          <p:nvPr/>
        </p:nvCxnSpPr>
        <p:spPr bwMode="gray">
          <a:xfrm>
            <a:off x="3825620" y="3677886"/>
            <a:ext cx="3556069" cy="2837"/>
          </a:xfrm>
          <a:prstGeom prst="lin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Rechteck 34">
            <a:extLst>
              <a:ext uri="{FF2B5EF4-FFF2-40B4-BE49-F238E27FC236}">
                <a16:creationId xmlns:a16="http://schemas.microsoft.com/office/drawing/2014/main" id="{8BBFD146-1AC3-408B-8AF3-1D89966F0F77}"/>
              </a:ext>
            </a:extLst>
          </p:cNvPr>
          <p:cNvSpPr/>
          <p:nvPr/>
        </p:nvSpPr>
        <p:spPr bwMode="gray">
          <a:xfrm rot="16200000">
            <a:off x="5491291" y="1954698"/>
            <a:ext cx="189742" cy="36551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EF8E8698-CFEE-4EC3-8E71-3BCB6C8A736F}"/>
              </a:ext>
            </a:extLst>
          </p:cNvPr>
          <p:cNvCxnSpPr>
            <a:cxnSpLocks/>
          </p:cNvCxnSpPr>
          <p:nvPr/>
        </p:nvCxnSpPr>
        <p:spPr bwMode="gray">
          <a:xfrm>
            <a:off x="3797060" y="3883838"/>
            <a:ext cx="3571450" cy="0"/>
          </a:xfrm>
          <a:prstGeom prst="lin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5E75E1D4-8E5F-4167-AF51-A371E16CD8B6}"/>
              </a:ext>
            </a:extLst>
          </p:cNvPr>
          <p:cNvCxnSpPr>
            <a:cxnSpLocks/>
          </p:cNvCxnSpPr>
          <p:nvPr/>
        </p:nvCxnSpPr>
        <p:spPr bwMode="gray">
          <a:xfrm>
            <a:off x="3698386" y="4857089"/>
            <a:ext cx="3556069" cy="2837"/>
          </a:xfrm>
          <a:prstGeom prst="lin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FF910150-1FF5-4A54-BFFD-7D083CA8E8AC}"/>
              </a:ext>
            </a:extLst>
          </p:cNvPr>
          <p:cNvCxnSpPr>
            <a:cxnSpLocks/>
          </p:cNvCxnSpPr>
          <p:nvPr/>
        </p:nvCxnSpPr>
        <p:spPr bwMode="gray">
          <a:xfrm>
            <a:off x="3676941" y="5072939"/>
            <a:ext cx="3556069" cy="2837"/>
          </a:xfrm>
          <a:prstGeom prst="lin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" name="Rechteck 38">
            <a:extLst>
              <a:ext uri="{FF2B5EF4-FFF2-40B4-BE49-F238E27FC236}">
                <a16:creationId xmlns:a16="http://schemas.microsoft.com/office/drawing/2014/main" id="{5E6F5236-182F-42FE-B2BC-F247780144AA}"/>
              </a:ext>
            </a:extLst>
          </p:cNvPr>
          <p:cNvSpPr/>
          <p:nvPr/>
        </p:nvSpPr>
        <p:spPr bwMode="gray">
          <a:xfrm rot="16200000">
            <a:off x="5366593" y="3155654"/>
            <a:ext cx="202677" cy="36262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53DE955A-1C6E-4E7E-9317-1F4D1662D2B8}"/>
              </a:ext>
            </a:extLst>
          </p:cNvPr>
          <p:cNvSpPr/>
          <p:nvPr/>
        </p:nvSpPr>
        <p:spPr bwMode="gray">
          <a:xfrm>
            <a:off x="6911438" y="4233832"/>
            <a:ext cx="256633" cy="24844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45" name="L-Form 44">
            <a:extLst>
              <a:ext uri="{FF2B5EF4-FFF2-40B4-BE49-F238E27FC236}">
                <a16:creationId xmlns:a16="http://schemas.microsoft.com/office/drawing/2014/main" id="{D84714AC-ACD6-4BE0-886A-AC505DC34DF9}"/>
              </a:ext>
            </a:extLst>
          </p:cNvPr>
          <p:cNvSpPr/>
          <p:nvPr/>
        </p:nvSpPr>
        <p:spPr bwMode="gray">
          <a:xfrm rot="18841382">
            <a:off x="6995781" y="4320281"/>
            <a:ext cx="94813" cy="61144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5506D104-131D-46F9-9EE6-24A7A86EDE11}"/>
              </a:ext>
            </a:extLst>
          </p:cNvPr>
          <p:cNvSpPr/>
          <p:nvPr/>
        </p:nvSpPr>
        <p:spPr bwMode="gray">
          <a:xfrm>
            <a:off x="6736156" y="5510350"/>
            <a:ext cx="256633" cy="24844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47" name="L-Form 46">
            <a:extLst>
              <a:ext uri="{FF2B5EF4-FFF2-40B4-BE49-F238E27FC236}">
                <a16:creationId xmlns:a16="http://schemas.microsoft.com/office/drawing/2014/main" id="{DD17E031-1442-40FC-9176-D1AA22C6141A}"/>
              </a:ext>
            </a:extLst>
          </p:cNvPr>
          <p:cNvSpPr/>
          <p:nvPr/>
        </p:nvSpPr>
        <p:spPr bwMode="gray">
          <a:xfrm rot="18841382">
            <a:off x="6820499" y="5596798"/>
            <a:ext cx="94813" cy="61144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59E218AE-2021-4442-A518-59B2F40B5AA5}"/>
              </a:ext>
            </a:extLst>
          </p:cNvPr>
          <p:cNvSpPr/>
          <p:nvPr/>
        </p:nvSpPr>
        <p:spPr bwMode="gray">
          <a:xfrm>
            <a:off x="7223919" y="6210823"/>
            <a:ext cx="3570163" cy="4265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/>
              <a:t>Optimierung Reifegrad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9E706A0A-1810-4940-B78D-55EF1FF1BA59}"/>
              </a:ext>
            </a:extLst>
          </p:cNvPr>
          <p:cNvSpPr/>
          <p:nvPr/>
        </p:nvSpPr>
        <p:spPr bwMode="gray">
          <a:xfrm>
            <a:off x="6949876" y="2377145"/>
            <a:ext cx="256633" cy="2484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14010EF0-A639-4DE1-9DFE-B7AE1453C4F8}"/>
              </a:ext>
            </a:extLst>
          </p:cNvPr>
          <p:cNvSpPr txBox="1"/>
          <p:nvPr/>
        </p:nvSpPr>
        <p:spPr bwMode="gray">
          <a:xfrm rot="16200000">
            <a:off x="3840236" y="3784102"/>
            <a:ext cx="914188" cy="91418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1200" b="1" dirty="0" err="1">
                <a:solidFill>
                  <a:srgbClr val="486083"/>
                </a:solidFill>
              </a:rPr>
              <a:t>Flavor</a:t>
            </a:r>
            <a:r>
              <a:rPr lang="de-DE" sz="1200" b="1" dirty="0">
                <a:solidFill>
                  <a:srgbClr val="486083"/>
                </a:solidFill>
              </a:rPr>
              <a:t> B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4F591CF4-4F50-4CD2-9038-4A783CA82886}"/>
              </a:ext>
            </a:extLst>
          </p:cNvPr>
          <p:cNvSpPr txBox="1"/>
          <p:nvPr/>
        </p:nvSpPr>
        <p:spPr bwMode="gray">
          <a:xfrm rot="16200000">
            <a:off x="3654697" y="4807077"/>
            <a:ext cx="914188" cy="91418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1200" b="1">
                <a:solidFill>
                  <a:srgbClr val="486083"/>
                </a:solidFill>
              </a:rPr>
              <a:t>…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C9E3B176-8125-4385-93FC-7A369F4CD8DC}"/>
              </a:ext>
            </a:extLst>
          </p:cNvPr>
          <p:cNvSpPr txBox="1"/>
          <p:nvPr/>
        </p:nvSpPr>
        <p:spPr bwMode="gray">
          <a:xfrm rot="16200000">
            <a:off x="3816182" y="1801056"/>
            <a:ext cx="914188" cy="91418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1200" b="1" dirty="0" err="1">
                <a:solidFill>
                  <a:srgbClr val="486083"/>
                </a:solidFill>
              </a:rPr>
              <a:t>Flavor</a:t>
            </a:r>
            <a:r>
              <a:rPr lang="de-DE" sz="1200" b="1" dirty="0">
                <a:solidFill>
                  <a:srgbClr val="486083"/>
                </a:solidFill>
              </a:rPr>
              <a:t> A</a:t>
            </a:r>
          </a:p>
        </p:txBody>
      </p:sp>
      <p:sp>
        <p:nvSpPr>
          <p:cNvPr id="53" name="Verbotsymbol 52">
            <a:extLst>
              <a:ext uri="{FF2B5EF4-FFF2-40B4-BE49-F238E27FC236}">
                <a16:creationId xmlns:a16="http://schemas.microsoft.com/office/drawing/2014/main" id="{28F9F6B8-91A5-4965-B022-6F846EAAF0FD}"/>
              </a:ext>
            </a:extLst>
          </p:cNvPr>
          <p:cNvSpPr/>
          <p:nvPr/>
        </p:nvSpPr>
        <p:spPr bwMode="gray">
          <a:xfrm>
            <a:off x="6991185" y="2416105"/>
            <a:ext cx="188789" cy="174095"/>
          </a:xfrm>
          <a:prstGeom prst="noSmoking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54" name="Sprechblase: rechteckig 53">
            <a:extLst>
              <a:ext uri="{FF2B5EF4-FFF2-40B4-BE49-F238E27FC236}">
                <a16:creationId xmlns:a16="http://schemas.microsoft.com/office/drawing/2014/main" id="{B3AD1D58-B866-4BE2-BBC1-09F6658F2AE0}"/>
              </a:ext>
            </a:extLst>
          </p:cNvPr>
          <p:cNvSpPr/>
          <p:nvPr/>
        </p:nvSpPr>
        <p:spPr bwMode="gray">
          <a:xfrm>
            <a:off x="5827586" y="525797"/>
            <a:ext cx="1619112" cy="535245"/>
          </a:xfrm>
          <a:prstGeom prst="wedgeRectCallout">
            <a:avLst>
              <a:gd name="adj1" fmla="val -20833"/>
              <a:gd name="adj2" fmla="val 79276"/>
            </a:avLst>
          </a:prstGeom>
          <a:solidFill>
            <a:schemeClr val="bg1"/>
          </a:solidFill>
          <a:ln w="12700">
            <a:solidFill>
              <a:srgbClr val="4860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700" b="1" dirty="0">
                <a:solidFill>
                  <a:srgbClr val="486083"/>
                </a:solidFill>
              </a:rPr>
              <a:t>Wenn der Reifegrad zu stark abweicht, kann das Plattform-Team notwendige Funktionen nach-implementieren</a:t>
            </a: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9AD76ED1-7FD0-4C2B-9CA9-35AA475FFDF3}"/>
              </a:ext>
            </a:extLst>
          </p:cNvPr>
          <p:cNvSpPr txBox="1"/>
          <p:nvPr/>
        </p:nvSpPr>
        <p:spPr bwMode="gray">
          <a:xfrm>
            <a:off x="768927" y="2863971"/>
            <a:ext cx="2853840" cy="23852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84121" indent="-84121">
              <a:buFontTx/>
              <a:buChar char="-"/>
            </a:pPr>
            <a:r>
              <a:rPr lang="de-DE" sz="1000" dirty="0"/>
              <a:t>Definition der </a:t>
            </a:r>
            <a:r>
              <a:rPr lang="de-DE" sz="1000" b="1" dirty="0"/>
              <a:t>grundsätzlichen Architektur </a:t>
            </a:r>
            <a:r>
              <a:rPr lang="de-DE" sz="1000" dirty="0"/>
              <a:t>für eine </a:t>
            </a:r>
            <a:r>
              <a:rPr lang="de-DE" sz="1000" dirty="0" err="1"/>
              <a:t>Kubernetes</a:t>
            </a:r>
            <a:r>
              <a:rPr lang="de-DE" sz="1000" dirty="0"/>
              <a:t> Plattform</a:t>
            </a:r>
          </a:p>
          <a:p>
            <a:endParaRPr lang="de-DE" sz="500" dirty="0"/>
          </a:p>
          <a:p>
            <a:pPr marL="84121" indent="-84121">
              <a:buFontTx/>
              <a:buChar char="-"/>
            </a:pPr>
            <a:r>
              <a:rPr lang="de-DE" sz="1000" dirty="0"/>
              <a:t>Identifizierung von </a:t>
            </a:r>
            <a:r>
              <a:rPr lang="de-DE" sz="1000" b="1" dirty="0"/>
              <a:t>möglichen Abweichungen</a:t>
            </a:r>
            <a:r>
              <a:rPr lang="de-DE" sz="1000" dirty="0"/>
              <a:t> (individuelle Ausprägungsmöglichkeiten für </a:t>
            </a:r>
            <a:r>
              <a:rPr lang="de-DE" sz="1000" b="1" dirty="0"/>
              <a:t>unterschiedliche</a:t>
            </a:r>
            <a:r>
              <a:rPr lang="de-DE" sz="1000" dirty="0"/>
              <a:t> Anwendungsfälle)</a:t>
            </a:r>
          </a:p>
          <a:p>
            <a:pPr marL="84121" indent="-84121">
              <a:buFontTx/>
              <a:buChar char="-"/>
            </a:pPr>
            <a:endParaRPr lang="de-DE" sz="500" dirty="0"/>
          </a:p>
          <a:p>
            <a:pPr marL="84121" indent="-84121">
              <a:buFontTx/>
              <a:buChar char="-"/>
            </a:pPr>
            <a:r>
              <a:rPr lang="de-DE" sz="1000" dirty="0"/>
              <a:t>Festlegung wesentlicher Aspekte, die </a:t>
            </a:r>
            <a:r>
              <a:rPr lang="de-DE" sz="1000" b="1" dirty="0"/>
              <a:t>in jedem Plattform-Team betrachtet </a:t>
            </a:r>
            <a:r>
              <a:rPr lang="de-DE" sz="1000" dirty="0"/>
              <a:t>werden müssen (bspw. Design Paradigma, Day-2, </a:t>
            </a:r>
            <a:r>
              <a:rPr lang="de-DE" sz="1000" dirty="0" err="1"/>
              <a:t>Hub‘n‘Spoke</a:t>
            </a:r>
            <a:r>
              <a:rPr lang="de-DE" sz="1000" dirty="0"/>
              <a:t>)</a:t>
            </a:r>
          </a:p>
          <a:p>
            <a:pPr marL="84121" indent="-84121">
              <a:buFontTx/>
              <a:buChar char="-"/>
            </a:pPr>
            <a:endParaRPr lang="de-DE" sz="500" b="1" dirty="0"/>
          </a:p>
          <a:p>
            <a:pPr marL="84121" indent="-84121">
              <a:buFontTx/>
              <a:buChar char="-"/>
            </a:pPr>
            <a:r>
              <a:rPr lang="de-DE" sz="1000" b="1" dirty="0"/>
              <a:t>Abweichung </a:t>
            </a:r>
            <a:r>
              <a:rPr lang="de-DE" sz="1000" dirty="0"/>
              <a:t>(inkl. Individuelle Ausprägungsmöglichkeiten) werden vom Plattform-Team umgesetzt.</a:t>
            </a:r>
          </a:p>
          <a:p>
            <a:endParaRPr lang="de-DE" sz="1000" dirty="0"/>
          </a:p>
          <a:p>
            <a:endParaRPr lang="de-DE" sz="1000" dirty="0"/>
          </a:p>
          <a:p>
            <a:pPr marL="84121" indent="-84121">
              <a:buFontTx/>
              <a:buChar char="-"/>
            </a:pPr>
            <a:endParaRPr lang="de-DE" sz="1000" dirty="0"/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DD991D79-F8D8-453E-BECA-F4A470AA6C9C}"/>
              </a:ext>
            </a:extLst>
          </p:cNvPr>
          <p:cNvSpPr txBox="1"/>
          <p:nvPr/>
        </p:nvSpPr>
        <p:spPr bwMode="gray">
          <a:xfrm>
            <a:off x="4001349" y="2398017"/>
            <a:ext cx="2880653" cy="8463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84121" indent="-84121">
              <a:buFontTx/>
              <a:buChar char="-"/>
            </a:pPr>
            <a:r>
              <a:rPr lang="de-DE" sz="1000" dirty="0"/>
              <a:t>Ausarbeitung </a:t>
            </a:r>
            <a:r>
              <a:rPr lang="de-DE" sz="1000" b="1" dirty="0"/>
              <a:t>notwendiger Ergänzungen </a:t>
            </a:r>
            <a:r>
              <a:rPr lang="de-DE" sz="1000" dirty="0"/>
              <a:t>an </a:t>
            </a:r>
            <a:r>
              <a:rPr lang="de-DE" sz="1000" dirty="0" err="1"/>
              <a:t>Blueprint</a:t>
            </a:r>
            <a:r>
              <a:rPr lang="de-DE" sz="1000" dirty="0"/>
              <a:t> (roter Kasten)</a:t>
            </a:r>
          </a:p>
          <a:p>
            <a:pPr marL="84121" indent="-84121">
              <a:buFontTx/>
              <a:buChar char="-"/>
            </a:pPr>
            <a:endParaRPr lang="de-DE" sz="500" dirty="0"/>
          </a:p>
          <a:p>
            <a:pPr marL="84121" indent="-84121">
              <a:buFontTx/>
              <a:buChar char="-"/>
            </a:pPr>
            <a:r>
              <a:rPr lang="de-DE" sz="1000" dirty="0"/>
              <a:t>Ergänzungen werden in Form von </a:t>
            </a:r>
            <a:r>
              <a:rPr lang="de-DE" sz="1000" b="1" dirty="0"/>
              <a:t>Overlays</a:t>
            </a:r>
            <a:r>
              <a:rPr lang="de-DE" sz="1000" dirty="0"/>
              <a:t> bereitgestellt, um möglichst viele Anforderungen abzudecken (bspw. Security, </a:t>
            </a:r>
            <a:r>
              <a:rPr lang="de-DE" sz="1000" dirty="0" err="1"/>
              <a:t>air-gapped</a:t>
            </a:r>
            <a:r>
              <a:rPr lang="de-DE" sz="1000" dirty="0"/>
              <a:t>)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A25EF2D4-739F-4CB0-B052-81C3EF29F91B}"/>
              </a:ext>
            </a:extLst>
          </p:cNvPr>
          <p:cNvSpPr/>
          <p:nvPr/>
        </p:nvSpPr>
        <p:spPr bwMode="gray">
          <a:xfrm>
            <a:off x="8882495" y="1852054"/>
            <a:ext cx="256633" cy="2484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58" name="Verbotsymbol 57">
            <a:extLst>
              <a:ext uri="{FF2B5EF4-FFF2-40B4-BE49-F238E27FC236}">
                <a16:creationId xmlns:a16="http://schemas.microsoft.com/office/drawing/2014/main" id="{84B75CCE-4747-48EA-A208-CFBABE259038}"/>
              </a:ext>
            </a:extLst>
          </p:cNvPr>
          <p:cNvSpPr/>
          <p:nvPr/>
        </p:nvSpPr>
        <p:spPr bwMode="gray">
          <a:xfrm>
            <a:off x="8921900" y="1891013"/>
            <a:ext cx="188789" cy="174095"/>
          </a:xfrm>
          <a:prstGeom prst="noSmoking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36914C01-1411-4D1D-A6EF-07B87BA0940F}"/>
              </a:ext>
            </a:extLst>
          </p:cNvPr>
          <p:cNvSpPr/>
          <p:nvPr/>
        </p:nvSpPr>
        <p:spPr bwMode="gray">
          <a:xfrm>
            <a:off x="8887547" y="2976314"/>
            <a:ext cx="256633" cy="24844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60" name="L-Form 59">
            <a:extLst>
              <a:ext uri="{FF2B5EF4-FFF2-40B4-BE49-F238E27FC236}">
                <a16:creationId xmlns:a16="http://schemas.microsoft.com/office/drawing/2014/main" id="{FA8A155F-781E-428F-AD2B-D4229866F031}"/>
              </a:ext>
            </a:extLst>
          </p:cNvPr>
          <p:cNvSpPr/>
          <p:nvPr/>
        </p:nvSpPr>
        <p:spPr bwMode="gray">
          <a:xfrm rot="18841382">
            <a:off x="8971890" y="3062762"/>
            <a:ext cx="94813" cy="61144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2CC6D422-C11B-427B-AF2A-60C8A08CA3FC}"/>
              </a:ext>
            </a:extLst>
          </p:cNvPr>
          <p:cNvSpPr/>
          <p:nvPr/>
        </p:nvSpPr>
        <p:spPr bwMode="gray">
          <a:xfrm>
            <a:off x="8890606" y="4085001"/>
            <a:ext cx="256633" cy="24844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62" name="L-Form 61">
            <a:extLst>
              <a:ext uri="{FF2B5EF4-FFF2-40B4-BE49-F238E27FC236}">
                <a16:creationId xmlns:a16="http://schemas.microsoft.com/office/drawing/2014/main" id="{58B89F52-0E6C-4B6C-AF10-581A7BD6439C}"/>
              </a:ext>
            </a:extLst>
          </p:cNvPr>
          <p:cNvSpPr/>
          <p:nvPr/>
        </p:nvSpPr>
        <p:spPr bwMode="gray">
          <a:xfrm rot="18841382">
            <a:off x="8974949" y="4171449"/>
            <a:ext cx="94813" cy="61144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DA101023-161A-4681-8268-A834CFC69BE3}"/>
              </a:ext>
            </a:extLst>
          </p:cNvPr>
          <p:cNvSpPr/>
          <p:nvPr/>
        </p:nvSpPr>
        <p:spPr bwMode="gray">
          <a:xfrm>
            <a:off x="10405222" y="2976314"/>
            <a:ext cx="256633" cy="24844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64" name="L-Form 63">
            <a:extLst>
              <a:ext uri="{FF2B5EF4-FFF2-40B4-BE49-F238E27FC236}">
                <a16:creationId xmlns:a16="http://schemas.microsoft.com/office/drawing/2014/main" id="{DC45ED90-9F46-489E-9A80-4E1FF892309D}"/>
              </a:ext>
            </a:extLst>
          </p:cNvPr>
          <p:cNvSpPr/>
          <p:nvPr/>
        </p:nvSpPr>
        <p:spPr bwMode="gray">
          <a:xfrm rot="18841382">
            <a:off x="10489565" y="3062762"/>
            <a:ext cx="94813" cy="61144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125FEBB4-7777-49D7-9C4E-C422E990E4E5}"/>
              </a:ext>
            </a:extLst>
          </p:cNvPr>
          <p:cNvSpPr/>
          <p:nvPr/>
        </p:nvSpPr>
        <p:spPr bwMode="gray">
          <a:xfrm>
            <a:off x="10410699" y="4086651"/>
            <a:ext cx="256633" cy="24844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66" name="L-Form 65">
            <a:extLst>
              <a:ext uri="{FF2B5EF4-FFF2-40B4-BE49-F238E27FC236}">
                <a16:creationId xmlns:a16="http://schemas.microsoft.com/office/drawing/2014/main" id="{7D07CEB2-0ECC-44E7-B762-4FC5E384849D}"/>
              </a:ext>
            </a:extLst>
          </p:cNvPr>
          <p:cNvSpPr/>
          <p:nvPr/>
        </p:nvSpPr>
        <p:spPr bwMode="gray">
          <a:xfrm rot="18841382">
            <a:off x="10495042" y="4173099"/>
            <a:ext cx="94813" cy="61144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6AEDE885-7F00-4F77-8BCB-C1C3D94B87D5}"/>
              </a:ext>
            </a:extLst>
          </p:cNvPr>
          <p:cNvSpPr/>
          <p:nvPr/>
        </p:nvSpPr>
        <p:spPr bwMode="gray">
          <a:xfrm>
            <a:off x="10410847" y="1852054"/>
            <a:ext cx="256633" cy="24844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68" name="L-Form 67">
            <a:extLst>
              <a:ext uri="{FF2B5EF4-FFF2-40B4-BE49-F238E27FC236}">
                <a16:creationId xmlns:a16="http://schemas.microsoft.com/office/drawing/2014/main" id="{7E87ABCE-A045-46B8-9ED3-BE3047EA8E28}"/>
              </a:ext>
            </a:extLst>
          </p:cNvPr>
          <p:cNvSpPr/>
          <p:nvPr/>
        </p:nvSpPr>
        <p:spPr bwMode="gray">
          <a:xfrm rot="18841382">
            <a:off x="10495190" y="1938502"/>
            <a:ext cx="94813" cy="61144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37382647-48E7-44B9-A4AC-EA2BEE1D38E8}"/>
              </a:ext>
            </a:extLst>
          </p:cNvPr>
          <p:cNvSpPr txBox="1"/>
          <p:nvPr/>
        </p:nvSpPr>
        <p:spPr bwMode="gray">
          <a:xfrm rot="16200000">
            <a:off x="7250520" y="2910281"/>
            <a:ext cx="914188" cy="32924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1200" b="1" dirty="0">
                <a:solidFill>
                  <a:srgbClr val="486083"/>
                </a:solidFill>
              </a:rPr>
              <a:t>Produktion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6B963DF6-A75D-444C-8399-2A0285144DE5}"/>
              </a:ext>
            </a:extLst>
          </p:cNvPr>
          <p:cNvSpPr txBox="1"/>
          <p:nvPr/>
        </p:nvSpPr>
        <p:spPr bwMode="gray">
          <a:xfrm rot="16200000">
            <a:off x="7249102" y="3745700"/>
            <a:ext cx="914188" cy="30567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1200" b="1">
                <a:solidFill>
                  <a:srgbClr val="486083"/>
                </a:solidFill>
              </a:rPr>
              <a:t>…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F8B5B954-C312-470F-BD1B-8D619014DB59}"/>
              </a:ext>
            </a:extLst>
          </p:cNvPr>
          <p:cNvSpPr txBox="1"/>
          <p:nvPr/>
        </p:nvSpPr>
        <p:spPr bwMode="gray">
          <a:xfrm rot="16200000">
            <a:off x="7205788" y="1634649"/>
            <a:ext cx="914188" cy="22735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1200" b="1" dirty="0">
                <a:solidFill>
                  <a:srgbClr val="486083"/>
                </a:solidFill>
              </a:rPr>
              <a:t>Filiale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97A88DDE-2921-45C4-9BB5-B72DE9E5AAA7}"/>
              </a:ext>
            </a:extLst>
          </p:cNvPr>
          <p:cNvSpPr txBox="1"/>
          <p:nvPr/>
        </p:nvSpPr>
        <p:spPr bwMode="gray">
          <a:xfrm>
            <a:off x="7614307" y="4840130"/>
            <a:ext cx="285384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84121" indent="-84121">
              <a:buFontTx/>
              <a:buChar char="-"/>
            </a:pPr>
            <a:r>
              <a:rPr lang="de-DE" sz="1000" dirty="0"/>
              <a:t>Durch die </a:t>
            </a:r>
            <a:r>
              <a:rPr lang="de-DE" sz="1000" b="1" dirty="0"/>
              <a:t>stetige Weiterentwicklung durch STACKIT </a:t>
            </a:r>
            <a:r>
              <a:rPr lang="de-DE" sz="1000" dirty="0"/>
              <a:t>und einer wachsenden Community können vielzählige Anforderungen abgedeckt werden.</a:t>
            </a:r>
          </a:p>
        </p:txBody>
      </p:sp>
      <p:sp>
        <p:nvSpPr>
          <p:cNvPr id="74" name="Pfeil: nach rechts 73">
            <a:extLst>
              <a:ext uri="{FF2B5EF4-FFF2-40B4-BE49-F238E27FC236}">
                <a16:creationId xmlns:a16="http://schemas.microsoft.com/office/drawing/2014/main" id="{B1150925-4021-4DE8-B935-0697D85E3A8C}"/>
              </a:ext>
            </a:extLst>
          </p:cNvPr>
          <p:cNvSpPr/>
          <p:nvPr/>
        </p:nvSpPr>
        <p:spPr bwMode="gray">
          <a:xfrm>
            <a:off x="7607385" y="5357857"/>
            <a:ext cx="2926512" cy="721914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900" b="1">
                <a:solidFill>
                  <a:schemeClr val="bg1"/>
                </a:solidFill>
              </a:rPr>
              <a:t>Steigerung Reifegrad</a:t>
            </a:r>
          </a:p>
          <a:p>
            <a:pPr algn="ctr"/>
            <a:r>
              <a:rPr lang="de-DE" sz="900" b="1">
                <a:solidFill>
                  <a:schemeClr val="bg1"/>
                </a:solidFill>
              </a:rPr>
              <a:t>durch Standardisierung</a:t>
            </a:r>
            <a:endParaRPr lang="de-DE" sz="900">
              <a:solidFill>
                <a:schemeClr val="bg1"/>
              </a:solidFill>
            </a:endParaRPr>
          </a:p>
        </p:txBody>
      </p:sp>
      <p:pic>
        <p:nvPicPr>
          <p:cNvPr id="75" name="Grafik 74" descr="Wiederholen">
            <a:extLst>
              <a:ext uri="{FF2B5EF4-FFF2-40B4-BE49-F238E27FC236}">
                <a16:creationId xmlns:a16="http://schemas.microsoft.com/office/drawing/2014/main" id="{97174CF2-3255-4BD6-A5F1-9AE9B052A9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0223" y="2332419"/>
            <a:ext cx="361882" cy="361882"/>
          </a:xfrm>
          <a:prstGeom prst="rect">
            <a:avLst/>
          </a:prstGeom>
        </p:spPr>
      </p:pic>
      <p:pic>
        <p:nvPicPr>
          <p:cNvPr id="76" name="Grafik 75" descr="Wiederholen">
            <a:extLst>
              <a:ext uri="{FF2B5EF4-FFF2-40B4-BE49-F238E27FC236}">
                <a16:creationId xmlns:a16="http://schemas.microsoft.com/office/drawing/2014/main" id="{ED25263E-B4CE-49AC-8DA5-7300757A92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18139" y="4210874"/>
            <a:ext cx="361882" cy="361882"/>
          </a:xfrm>
          <a:prstGeom prst="rect">
            <a:avLst/>
          </a:prstGeom>
        </p:spPr>
      </p:pic>
      <p:pic>
        <p:nvPicPr>
          <p:cNvPr id="77" name="Grafik 76" descr="Wiederholen">
            <a:extLst>
              <a:ext uri="{FF2B5EF4-FFF2-40B4-BE49-F238E27FC236}">
                <a16:creationId xmlns:a16="http://schemas.microsoft.com/office/drawing/2014/main" id="{E84DFE63-36D8-4F70-B6A2-4B27CAD7E0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4784" y="5392718"/>
            <a:ext cx="361882" cy="361882"/>
          </a:xfrm>
          <a:prstGeom prst="rect">
            <a:avLst/>
          </a:prstGeom>
        </p:spPr>
      </p:pic>
      <p:pic>
        <p:nvPicPr>
          <p:cNvPr id="78" name="Grafik 77">
            <a:extLst>
              <a:ext uri="{FF2B5EF4-FFF2-40B4-BE49-F238E27FC236}">
                <a16:creationId xmlns:a16="http://schemas.microsoft.com/office/drawing/2014/main" id="{0C83B2BF-5A22-437F-A1C7-219BB712FC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8294" y="1470463"/>
            <a:ext cx="1096815" cy="992023"/>
          </a:xfrm>
          <a:prstGeom prst="rect">
            <a:avLst/>
          </a:prstGeom>
        </p:spPr>
      </p:pic>
      <p:pic>
        <p:nvPicPr>
          <p:cNvPr id="79" name="Grafik 78">
            <a:extLst>
              <a:ext uri="{FF2B5EF4-FFF2-40B4-BE49-F238E27FC236}">
                <a16:creationId xmlns:a16="http://schemas.microsoft.com/office/drawing/2014/main" id="{7C1C6886-542A-43AA-BEE0-8478F40BA3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9976" y="1470462"/>
            <a:ext cx="1096816" cy="992024"/>
          </a:xfrm>
          <a:prstGeom prst="rect">
            <a:avLst/>
          </a:prstGeom>
        </p:spPr>
      </p:pic>
      <p:pic>
        <p:nvPicPr>
          <p:cNvPr id="80" name="Grafik 79">
            <a:extLst>
              <a:ext uri="{FF2B5EF4-FFF2-40B4-BE49-F238E27FC236}">
                <a16:creationId xmlns:a16="http://schemas.microsoft.com/office/drawing/2014/main" id="{3E34F0A9-8EA7-4DFB-8BA6-2EC2643A47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9055" y="2587114"/>
            <a:ext cx="1087309" cy="983426"/>
          </a:xfrm>
          <a:prstGeom prst="rect">
            <a:avLst/>
          </a:prstGeom>
        </p:spPr>
      </p:pic>
      <p:pic>
        <p:nvPicPr>
          <p:cNvPr id="81" name="Grafik 80">
            <a:extLst>
              <a:ext uri="{FF2B5EF4-FFF2-40B4-BE49-F238E27FC236}">
                <a16:creationId xmlns:a16="http://schemas.microsoft.com/office/drawing/2014/main" id="{BC353FF2-9AA8-47FE-BD5F-EDB4AB563E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7797" y="2583934"/>
            <a:ext cx="1087309" cy="983426"/>
          </a:xfrm>
          <a:prstGeom prst="rect">
            <a:avLst/>
          </a:prstGeom>
        </p:spPr>
      </p:pic>
      <p:pic>
        <p:nvPicPr>
          <p:cNvPr id="82" name="Grafik 81">
            <a:extLst>
              <a:ext uri="{FF2B5EF4-FFF2-40B4-BE49-F238E27FC236}">
                <a16:creationId xmlns:a16="http://schemas.microsoft.com/office/drawing/2014/main" id="{0E63C331-F8B3-467A-A0FA-E8EC33EADE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8363" y="3754086"/>
            <a:ext cx="1087309" cy="983426"/>
          </a:xfrm>
          <a:prstGeom prst="rect">
            <a:avLst/>
          </a:prstGeom>
        </p:spPr>
      </p:pic>
      <p:pic>
        <p:nvPicPr>
          <p:cNvPr id="83" name="Grafik 82">
            <a:extLst>
              <a:ext uri="{FF2B5EF4-FFF2-40B4-BE49-F238E27FC236}">
                <a16:creationId xmlns:a16="http://schemas.microsoft.com/office/drawing/2014/main" id="{237930E7-5E83-40C8-91F2-4FBAE47481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44808" y="3749483"/>
            <a:ext cx="1087309" cy="983426"/>
          </a:xfrm>
          <a:prstGeom prst="rect">
            <a:avLst/>
          </a:prstGeom>
        </p:spPr>
      </p:pic>
      <p:pic>
        <p:nvPicPr>
          <p:cNvPr id="84" name="Grafik 83">
            <a:extLst>
              <a:ext uri="{FF2B5EF4-FFF2-40B4-BE49-F238E27FC236}">
                <a16:creationId xmlns:a16="http://schemas.microsoft.com/office/drawing/2014/main" id="{65B9B2E8-4AB8-4A10-8E6A-73BD33756A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2820" y="3972103"/>
            <a:ext cx="944368" cy="854142"/>
          </a:xfrm>
          <a:prstGeom prst="rect">
            <a:avLst/>
          </a:prstGeom>
        </p:spPr>
      </p:pic>
      <p:pic>
        <p:nvPicPr>
          <p:cNvPr id="85" name="Grafik 84">
            <a:extLst>
              <a:ext uri="{FF2B5EF4-FFF2-40B4-BE49-F238E27FC236}">
                <a16:creationId xmlns:a16="http://schemas.microsoft.com/office/drawing/2014/main" id="{5B8D22A0-45A6-46E5-88AD-92AF4279BF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0493" y="5209934"/>
            <a:ext cx="923063" cy="834873"/>
          </a:xfrm>
          <a:prstGeom prst="rect">
            <a:avLst/>
          </a:prstGeom>
        </p:spPr>
      </p:pic>
      <p:pic>
        <p:nvPicPr>
          <p:cNvPr id="87" name="Grafik 86">
            <a:extLst>
              <a:ext uri="{FF2B5EF4-FFF2-40B4-BE49-F238E27FC236}">
                <a16:creationId xmlns:a16="http://schemas.microsoft.com/office/drawing/2014/main" id="{2E6898BC-A96D-44BC-8355-D4A3EF1FA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2216" y="1369700"/>
            <a:ext cx="1096815" cy="992023"/>
          </a:xfrm>
          <a:prstGeom prst="rect">
            <a:avLst/>
          </a:prstGeom>
        </p:spPr>
      </p:pic>
      <p:sp>
        <p:nvSpPr>
          <p:cNvPr id="88" name="Untertitel 2">
            <a:extLst>
              <a:ext uri="{FF2B5EF4-FFF2-40B4-BE49-F238E27FC236}">
                <a16:creationId xmlns:a16="http://schemas.microsoft.com/office/drawing/2014/main" id="{AE2E1DA1-02EC-4679-B703-A24A608923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509" y="870998"/>
            <a:ext cx="9717751" cy="426563"/>
          </a:xfrm>
        </p:spPr>
        <p:txBody>
          <a:bodyPr/>
          <a:lstStyle/>
          <a:p>
            <a:r>
              <a:rPr lang="de-DE" dirty="0">
                <a:solidFill>
                  <a:srgbClr val="003769"/>
                </a:solidFill>
              </a:rPr>
              <a:t>Vorgehensmodell</a:t>
            </a:r>
          </a:p>
          <a:p>
            <a:endParaRPr lang="de-DE" dirty="0">
              <a:solidFill>
                <a:srgbClr val="003769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94706A3-59C2-4EA0-66AF-903D5842A1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0345" y="1356069"/>
            <a:ext cx="1747518" cy="1449393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E443DD4F-9B6A-9DA5-95A6-71D036EB01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88236" y="1488907"/>
            <a:ext cx="1649013" cy="745154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4AA539CF-F584-2CDC-C1CA-2921D7C8F9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16504" y="4013240"/>
            <a:ext cx="1649013" cy="745154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16DF2468-D8C4-4716-EF79-5DF4BBB996E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70668" y="5261674"/>
            <a:ext cx="1649013" cy="745154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603BB1F1-00A0-7D96-D43D-C3AF1751936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7062" y="5070101"/>
            <a:ext cx="2441413" cy="890540"/>
          </a:xfrm>
          <a:prstGeom prst="rect">
            <a:avLst/>
          </a:prstGeom>
        </p:spPr>
      </p:pic>
      <p:sp>
        <p:nvSpPr>
          <p:cNvPr id="21" name="Rechteck 20">
            <a:extLst>
              <a:ext uri="{FF2B5EF4-FFF2-40B4-BE49-F238E27FC236}">
                <a16:creationId xmlns:a16="http://schemas.microsoft.com/office/drawing/2014/main" id="{1BA257BC-179D-F675-575B-203388AD1205}"/>
              </a:ext>
            </a:extLst>
          </p:cNvPr>
          <p:cNvSpPr/>
          <p:nvPr/>
        </p:nvSpPr>
        <p:spPr bwMode="gray">
          <a:xfrm>
            <a:off x="180975" y="6381328"/>
            <a:ext cx="866775" cy="25605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>
              <a:solidFill>
                <a:schemeClr val="tx1"/>
              </a:solidFill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8DD2A4C8-C52B-421C-A97C-FDEF11B1049D}"/>
              </a:ext>
            </a:extLst>
          </p:cNvPr>
          <p:cNvSpPr/>
          <p:nvPr/>
        </p:nvSpPr>
        <p:spPr bwMode="gray">
          <a:xfrm>
            <a:off x="586611" y="6210823"/>
            <a:ext cx="2912133" cy="4265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/>
              <a:t>STEC </a:t>
            </a:r>
            <a:r>
              <a:rPr lang="de-DE" dirty="0" err="1"/>
              <a:t>Blueprint</a:t>
            </a:r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9DA3D93-4DA9-6FD5-8E70-BD906FF2CEFC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798830" y="319321"/>
            <a:ext cx="984538" cy="91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88079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E65118A-CE51-83E8-1B1C-2E99CD14C9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1943753" y="6381328"/>
            <a:ext cx="9408831" cy="214552"/>
          </a:xfrm>
          <a:prstGeom prst="rect">
            <a:avLst/>
          </a:prstGeom>
        </p:spPr>
        <p:txBody>
          <a:bodyPr vert="horz" lIns="0" tIns="36000" rIns="0" bIns="0" rtlCol="0" anchor="t"/>
          <a:lstStyle>
            <a:defPPr>
              <a:defRPr lang="de-DE"/>
            </a:defPPr>
            <a:lvl1pPr marL="0" algn="l" defTabSz="914377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Status: ALF meets SPW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05FAA93-ECDA-FE65-F692-D81064B631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424013" y="6381328"/>
            <a:ext cx="360000" cy="216000"/>
          </a:xfrm>
          <a:prstGeom prst="rect">
            <a:avLst/>
          </a:prstGeom>
        </p:spPr>
        <p:txBody>
          <a:bodyPr vert="horz" lIns="0" tIns="36000" rIns="0" bIns="0" rtlCol="0" anchor="t"/>
          <a:lstStyle>
            <a:defPPr>
              <a:defRPr lang="de-DE"/>
            </a:defPPr>
            <a:lvl1pPr marL="0" algn="r" defTabSz="914377" rtl="0" eaLnBrk="1" latinLnBrk="0" hangingPunct="1">
              <a:defRPr sz="900" kern="1200">
                <a:solidFill>
                  <a:schemeClr val="accent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FDFCC3-8B40-4EE5-B231-005F2F1C6A68}" type="slidenum">
              <a:rPr lang="de-DE" smtClean="0"/>
              <a:pPr/>
              <a:t>7</a:t>
            </a:fld>
            <a:endParaRPr lang="de-DE"/>
          </a:p>
        </p:txBody>
      </p:sp>
      <p:pic>
        <p:nvPicPr>
          <p:cNvPr id="7" name="Bildplatzhalter 6">
            <a:extLst>
              <a:ext uri="{FF2B5EF4-FFF2-40B4-BE49-F238E27FC236}">
                <a16:creationId xmlns:a16="http://schemas.microsoft.com/office/drawing/2014/main" id="{45FCA6B0-8303-89C9-DF9B-4171CC80022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63" b="966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40156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B9F0551-B473-DB9F-CDAA-F2DA7ED500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424013" y="6381328"/>
            <a:ext cx="360000" cy="216000"/>
          </a:xfrm>
          <a:prstGeom prst="rect">
            <a:avLst/>
          </a:prstGeom>
        </p:spPr>
        <p:txBody>
          <a:bodyPr vert="horz" lIns="0" tIns="36000" rIns="0" bIns="0" rtlCol="0" anchor="t"/>
          <a:lstStyle>
            <a:defPPr>
              <a:defRPr lang="de-DE"/>
            </a:defPPr>
            <a:lvl1pPr marL="0" algn="r" defTabSz="914377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FDFCC3-8B40-4EE5-B231-005F2F1C6A68}" type="slidenum">
              <a:rPr lang="de-DE" smtClean="0"/>
              <a:pPr/>
              <a:t>8</a:t>
            </a:fld>
            <a:endParaRPr lang="de-DE"/>
          </a:p>
        </p:txBody>
      </p:sp>
      <p:pic>
        <p:nvPicPr>
          <p:cNvPr id="11" name="Bildplatzhalter 10" descr="Ein Bild, das Cartoon, Skifahren, draußen enthält.&#10;&#10;KI-generierte Inhalte können fehlerhaft sein.">
            <a:extLst>
              <a:ext uri="{FF2B5EF4-FFF2-40B4-BE49-F238E27FC236}">
                <a16:creationId xmlns:a16="http://schemas.microsoft.com/office/drawing/2014/main" id="{8B81D187-1625-281F-07BB-CDE148C03B4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66" r="20766"/>
          <a:stretch>
            <a:fillRect/>
          </a:stretch>
        </p:blipFill>
        <p:spPr/>
      </p:pic>
      <p:sp>
        <p:nvSpPr>
          <p:cNvPr id="8" name="Titel 7">
            <a:extLst>
              <a:ext uri="{FF2B5EF4-FFF2-40B4-BE49-F238E27FC236}">
                <a16:creationId xmlns:a16="http://schemas.microsoft.com/office/drawing/2014/main" id="{83335893-4A8F-9B4E-7E3E-1ADAFA0C9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Ausblick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D84D748-1614-F5A5-25EF-FA961DC39B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graphicFrame>
        <p:nvGraphicFramePr>
          <p:cNvPr id="7" name="Diagramm 6">
            <a:extLst>
              <a:ext uri="{FF2B5EF4-FFF2-40B4-BE49-F238E27FC236}">
                <a16:creationId xmlns:a16="http://schemas.microsoft.com/office/drawing/2014/main" id="{7D22C428-DBB6-CE27-8C08-CD7DDBB4C60F}"/>
              </a:ext>
            </a:extLst>
          </p:cNvPr>
          <p:cNvGraphicFramePr/>
          <p:nvPr/>
        </p:nvGraphicFramePr>
        <p:xfrm>
          <a:off x="407369" y="1557339"/>
          <a:ext cx="5386528" cy="44624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3" name="Inhaltsplatzhalter 12">
            <a:extLst>
              <a:ext uri="{FF2B5EF4-FFF2-40B4-BE49-F238E27FC236}">
                <a16:creationId xmlns:a16="http://schemas.microsoft.com/office/drawing/2014/main" id="{E4D324EA-F073-50AD-9173-ACDDDDE02DD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100414772"/>
              </p:ext>
            </p:extLst>
          </p:nvPr>
        </p:nvGraphicFramePr>
        <p:xfrm>
          <a:off x="407988" y="1557339"/>
          <a:ext cx="5385909" cy="26621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40656711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8.6rAp3NnqIxy_Aw1ETc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8.6rAp3NnqIxy_Aw1ETc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ZciA514RIKEYVgFXDG5D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chwarz Gruppe">
  <a:themeElements>
    <a:clrScheme name="Schwarz Gruppe">
      <a:dk1>
        <a:srgbClr val="000000"/>
      </a:dk1>
      <a:lt1>
        <a:srgbClr val="FFFFFF"/>
      </a:lt1>
      <a:dk2>
        <a:srgbClr val="C6C6C6"/>
      </a:dk2>
      <a:lt2>
        <a:srgbClr val="EBEBEB"/>
      </a:lt2>
      <a:accent1>
        <a:srgbClr val="6E1E6E"/>
      </a:accent1>
      <a:accent2>
        <a:srgbClr val="5F7DAA"/>
      </a:accent2>
      <a:accent3>
        <a:srgbClr val="FFD746"/>
      </a:accent3>
      <a:accent4>
        <a:srgbClr val="41053C"/>
      </a:accent4>
      <a:accent5>
        <a:srgbClr val="505050"/>
      </a:accent5>
      <a:accent6>
        <a:srgbClr val="878787"/>
      </a:accent6>
      <a:hlink>
        <a:srgbClr val="6E1E6E"/>
      </a:hlink>
      <a:folHlink>
        <a:srgbClr val="87878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9525">
          <a:solidFill>
            <a:schemeClr val="tx1"/>
          </a:solidFill>
        </a:ln>
      </a:spPr>
      <a:bodyPr rtlCol="0" anchor="ctr"/>
      <a:lstStyle>
        <a:defPPr algn="ctr">
          <a:defRPr sz="16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285750" indent="-285750" algn="l">
          <a:spcAft>
            <a:spcPts val="600"/>
          </a:spcAft>
          <a:buClr>
            <a:schemeClr val="accent1"/>
          </a:buClr>
          <a:buFont typeface="Wingdings" panose="05000000000000000000" pitchFamily="2" charset="2"/>
          <a:buChar char="§"/>
          <a:defRPr sz="1600" dirty="0" err="1" smtClean="0"/>
        </a:defPPr>
      </a:lstStyle>
    </a:txDef>
  </a:objectDefaults>
  <a:extraClrSchemeLst/>
  <a:custClrLst>
    <a:custClr name="Dunkellila">
      <a:srgbClr val="41053C"/>
    </a:custClr>
    <a:custClr name="Blau">
      <a:srgbClr val="5F7DAA"/>
    </a:custClr>
    <a:custClr name="Goldgelb">
      <a:srgbClr val="FFD746"/>
    </a:custClr>
    <a:custClr name="Signal-Rot">
      <a:srgbClr val="E3000F"/>
    </a:custClr>
    <a:custClr name="#">
      <a:srgbClr val="FFFFFF"/>
    </a:custClr>
    <a:custClr name="#">
      <a:srgbClr val="FFFFFF"/>
    </a:custClr>
    <a:custClr name="#">
      <a:srgbClr val="FFFFFF"/>
    </a:custClr>
    <a:custClr name="#">
      <a:srgbClr val="FFFFFF"/>
    </a:custClr>
    <a:custClr name="#">
      <a:srgbClr val="FFFFFF"/>
    </a:custClr>
    <a:custClr name="#">
      <a:srgbClr val="FFFFFF"/>
    </a:custClr>
    <a:custClr name="Logo-Grau">
      <a:srgbClr val="9D9D9D"/>
    </a:custClr>
    <a:custClr name="Blau">
      <a:srgbClr val="4B6487"/>
    </a:custClr>
    <a:custClr name="Goldgelb">
      <a:srgbClr val="E6B43C"/>
    </a:custClr>
    <a:custClr name="Signal-Gelb">
      <a:srgbClr val="FFF000"/>
    </a:custClr>
    <a:custClr name="#">
      <a:srgbClr val="FFFFFF"/>
    </a:custClr>
    <a:custClr name="#">
      <a:srgbClr val="FFFFFF"/>
    </a:custClr>
    <a:custClr name="#">
      <a:srgbClr val="FFFFFF"/>
    </a:custClr>
    <a:custClr name="#">
      <a:srgbClr val="FFFFFF"/>
    </a:custClr>
    <a:custClr name="#">
      <a:srgbClr val="FFFFFF"/>
    </a:custClr>
    <a:custClr name="#">
      <a:srgbClr val="FFFFFF"/>
    </a:custClr>
    <a:custClr name="#">
      <a:srgbClr val="FFFFFF"/>
    </a:custClr>
    <a:custClr name="Blau">
      <a:srgbClr val="3C506E"/>
    </a:custClr>
    <a:custClr name="Goldgelb">
      <a:srgbClr val="C8912D"/>
    </a:custClr>
    <a:custClr name="Signal-Grün">
      <a:srgbClr val="05A54B"/>
    </a:custClr>
    <a:custClr name="#">
      <a:srgbClr val="FFFFFF"/>
    </a:custClr>
    <a:custClr name="#">
      <a:srgbClr val="FFFFFF"/>
    </a:custClr>
    <a:custClr name="#">
      <a:srgbClr val="FFFFFF"/>
    </a:custClr>
    <a:custClr name="#">
      <a:srgbClr val="FFFFFF"/>
    </a:custClr>
    <a:custClr name="#">
      <a:srgbClr val="FFFFFF"/>
    </a:custClr>
    <a:custClr name="#">
      <a:srgbClr val="FFFFFF"/>
    </a:custClr>
    <a:custClr name="#">
      <a:srgbClr val="FFFFFF"/>
    </a:custClr>
    <a:custClr name="Blau">
      <a:srgbClr val="2D3C50"/>
    </a:custClr>
    <a:custClr name="Goldgelb">
      <a:srgbClr val="AF6E00"/>
    </a:custClr>
    <a:custClr name="#">
      <a:srgbClr val="FFFFFF"/>
    </a:custClr>
    <a:custClr name="#">
      <a:srgbClr val="FFFFFF"/>
    </a:custClr>
    <a:custClr name="#">
      <a:srgbClr val="FFFFFF"/>
    </a:custClr>
    <a:custClr name="#">
      <a:srgbClr val="FFFFFF"/>
    </a:custClr>
    <a:custClr name="#">
      <a:srgbClr val="FFFFFF"/>
    </a:custClr>
    <a:custClr name="#">
      <a:srgbClr val="FFFFFF"/>
    </a:custClr>
    <a:custClr name="#">
      <a:srgbClr val="FFFFFF"/>
    </a:custClr>
  </a:custClrLst>
  <a:extLst>
    <a:ext uri="{05A4C25C-085E-4340-85A3-A5531E510DB2}">
      <thm15:themeFamily xmlns:thm15="http://schemas.microsoft.com/office/thememl/2012/main" name="Präsentation1" id="{98DC94B6-315F-47E4-A878-B614C420C779}" vid="{11DED43B-C176-44CA-97B0-DABB26E7A37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0b37cb2-a399-4c31-a85a-411fc8b623d3}" enabled="1" method="Standard" siteId="{d04f4717-5a6e-4b98-b3f9-6918e0385f4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</Words>
  <Application>Microsoft Office PowerPoint</Application>
  <PresentationFormat>Breitbild</PresentationFormat>
  <Paragraphs>91</Paragraphs>
  <Slides>8</Slides>
  <Notes>2</Notes>
  <HiddenSlides>1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5" baseType="lpstr">
      <vt:lpstr>72 Condensed</vt:lpstr>
      <vt:lpstr>Arial</vt:lpstr>
      <vt:lpstr>Calibri</vt:lpstr>
      <vt:lpstr>Symbol</vt:lpstr>
      <vt:lpstr>Wingdings</vt:lpstr>
      <vt:lpstr>Schwarz Gruppe</vt:lpstr>
      <vt:lpstr>think-cell Folie</vt:lpstr>
      <vt:lpstr>Edge-Cloud Blueprint</vt:lpstr>
      <vt:lpstr>PowerPoint-Präsentation</vt:lpstr>
      <vt:lpstr>PowerPoint-Präsentation</vt:lpstr>
      <vt:lpstr>Container-Plattform </vt:lpstr>
      <vt:lpstr>Edge-Cloud Blueprint</vt:lpstr>
      <vt:lpstr>Reifegrad</vt:lpstr>
      <vt:lpstr>PowerPoint-Präsentation</vt:lpstr>
      <vt:lpstr>Ausblick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Felix Kammerer</dc:creator>
  <cp:lastModifiedBy>Felix Kammerer</cp:lastModifiedBy>
  <cp:revision>8</cp:revision>
  <dcterms:created xsi:type="dcterms:W3CDTF">2025-04-14T08:59:24Z</dcterms:created>
  <dcterms:modified xsi:type="dcterms:W3CDTF">2025-04-27T09:29:54Z</dcterms:modified>
</cp:coreProperties>
</file>